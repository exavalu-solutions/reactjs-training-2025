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5"/>
  </p:notesMasterIdLst>
  <p:handoutMasterIdLst>
    <p:handoutMasterId r:id="rId16"/>
  </p:handoutMasterIdLst>
  <p:sldIdLst>
    <p:sldId id="314" r:id="rId5"/>
    <p:sldId id="315" r:id="rId6"/>
    <p:sldId id="318" r:id="rId7"/>
    <p:sldId id="326" r:id="rId8"/>
    <p:sldId id="327" r:id="rId9"/>
    <p:sldId id="329" r:id="rId10"/>
    <p:sldId id="328" r:id="rId11"/>
    <p:sldId id="330" r:id="rId12"/>
    <p:sldId id="331" r:id="rId13"/>
    <p:sldId id="30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p:cViewPr varScale="1">
        <p:scale>
          <a:sx n="59" d="100"/>
          <a:sy n="59" d="100"/>
        </p:scale>
        <p:origin x="964" y="52"/>
      </p:cViewPr>
      <p:guideLst>
        <p:guide orient="horz" pos="3360"/>
        <p:guide pos="3840"/>
      </p:guideLst>
    </p:cSldViewPr>
  </p:slideViewPr>
  <p:outlineViewPr>
    <p:cViewPr>
      <p:scale>
        <a:sx n="33" d="100"/>
        <a:sy n="33" d="100"/>
      </p:scale>
      <p:origin x="0" y="-12672"/>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12/27/2025</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12/27/2025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dirty="0"/>
          </a:p>
        </p:txBody>
      </p:sp>
    </p:spTree>
    <p:extLst>
      <p:ext uri="{BB962C8B-B14F-4D97-AF65-F5344CB8AC3E}">
        <p14:creationId xmlns:p14="http://schemas.microsoft.com/office/powerpoint/2010/main" val="256913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a:t>
            </a:fld>
            <a:endParaRPr lang="en-US" dirty="0"/>
          </a:p>
        </p:txBody>
      </p:sp>
    </p:spTree>
    <p:extLst>
      <p:ext uri="{BB962C8B-B14F-4D97-AF65-F5344CB8AC3E}">
        <p14:creationId xmlns:p14="http://schemas.microsoft.com/office/powerpoint/2010/main" val="1698969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3</a:t>
            </a:fld>
            <a:endParaRPr lang="en-US" dirty="0"/>
          </a:p>
        </p:txBody>
      </p:sp>
    </p:spTree>
    <p:extLst>
      <p:ext uri="{BB962C8B-B14F-4D97-AF65-F5344CB8AC3E}">
        <p14:creationId xmlns:p14="http://schemas.microsoft.com/office/powerpoint/2010/main" val="631242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6106B-E506-FD4B-6883-77019FAD34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5C8954-6519-40A1-5362-10C73327DC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5E2BF2-2680-2315-5686-01E32860CF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882802-DE9B-F5EB-D945-8B64039ABE94}"/>
              </a:ext>
            </a:extLst>
          </p:cNvPr>
          <p:cNvSpPr>
            <a:spLocks noGrp="1"/>
          </p:cNvSpPr>
          <p:nvPr>
            <p:ph type="sldNum" sz="quarter" idx="5"/>
          </p:nvPr>
        </p:nvSpPr>
        <p:spPr/>
        <p:txBody>
          <a:bodyPr/>
          <a:lstStyle/>
          <a:p>
            <a:fld id="{D4B9A9E5-4F7F-4A7D-9DE1-899232329269}" type="slidenum">
              <a:rPr lang="en-US" smtClean="0"/>
              <a:t>4</a:t>
            </a:fld>
            <a:endParaRPr lang="en-US" dirty="0"/>
          </a:p>
        </p:txBody>
      </p:sp>
    </p:spTree>
    <p:extLst>
      <p:ext uri="{BB962C8B-B14F-4D97-AF65-F5344CB8AC3E}">
        <p14:creationId xmlns:p14="http://schemas.microsoft.com/office/powerpoint/2010/main" val="14081227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53E1F-7ACE-3B59-F5CA-761B1EC138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124D5-CCE5-DE5F-F1EE-3532BE78A4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38FB91-AEE2-1D4F-29C2-37FAB6DE4E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51EEAF-E19C-596C-D7D2-9C28B50B5871}"/>
              </a:ext>
            </a:extLst>
          </p:cNvPr>
          <p:cNvSpPr>
            <a:spLocks noGrp="1"/>
          </p:cNvSpPr>
          <p:nvPr>
            <p:ph type="sldNum" sz="quarter" idx="5"/>
          </p:nvPr>
        </p:nvSpPr>
        <p:spPr/>
        <p:txBody>
          <a:bodyPr/>
          <a:lstStyle/>
          <a:p>
            <a:fld id="{D4B9A9E5-4F7F-4A7D-9DE1-899232329269}" type="slidenum">
              <a:rPr lang="en-US" smtClean="0"/>
              <a:t>5</a:t>
            </a:fld>
            <a:endParaRPr lang="en-US" dirty="0"/>
          </a:p>
        </p:txBody>
      </p:sp>
    </p:spTree>
    <p:extLst>
      <p:ext uri="{BB962C8B-B14F-4D97-AF65-F5344CB8AC3E}">
        <p14:creationId xmlns:p14="http://schemas.microsoft.com/office/powerpoint/2010/main" val="1366650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62BBD-327B-ECAC-521D-17D296D936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905EB-A72B-086B-86A5-85787B284D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D5E26C-647D-6855-45D8-3A62429080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64CA96-028D-F7CA-AF4F-00ED8CD22A0D}"/>
              </a:ext>
            </a:extLst>
          </p:cNvPr>
          <p:cNvSpPr>
            <a:spLocks noGrp="1"/>
          </p:cNvSpPr>
          <p:nvPr>
            <p:ph type="sldNum" sz="quarter" idx="5"/>
          </p:nvPr>
        </p:nvSpPr>
        <p:spPr/>
        <p:txBody>
          <a:bodyPr/>
          <a:lstStyle/>
          <a:p>
            <a:fld id="{D4B9A9E5-4F7F-4A7D-9DE1-899232329269}" type="slidenum">
              <a:rPr lang="en-US" smtClean="0"/>
              <a:t>6</a:t>
            </a:fld>
            <a:endParaRPr lang="en-US" dirty="0"/>
          </a:p>
        </p:txBody>
      </p:sp>
    </p:spTree>
    <p:extLst>
      <p:ext uri="{BB962C8B-B14F-4D97-AF65-F5344CB8AC3E}">
        <p14:creationId xmlns:p14="http://schemas.microsoft.com/office/powerpoint/2010/main" val="859058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5A869-FC33-1A7D-58E2-B22896A3D1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D7826-82CC-2528-7EC5-C3FE2BCD5A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FBE508-B3EB-E2F7-F208-21EF6AC2EE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2CB769-30A7-3A6B-4D01-B2054D98B023}"/>
              </a:ext>
            </a:extLst>
          </p:cNvPr>
          <p:cNvSpPr>
            <a:spLocks noGrp="1"/>
          </p:cNvSpPr>
          <p:nvPr>
            <p:ph type="sldNum" sz="quarter" idx="5"/>
          </p:nvPr>
        </p:nvSpPr>
        <p:spPr/>
        <p:txBody>
          <a:bodyPr/>
          <a:lstStyle/>
          <a:p>
            <a:fld id="{D4B9A9E5-4F7F-4A7D-9DE1-899232329269}" type="slidenum">
              <a:rPr lang="en-US" smtClean="0"/>
              <a:t>7</a:t>
            </a:fld>
            <a:endParaRPr lang="en-US" dirty="0"/>
          </a:p>
        </p:txBody>
      </p:sp>
    </p:spTree>
    <p:extLst>
      <p:ext uri="{BB962C8B-B14F-4D97-AF65-F5344CB8AC3E}">
        <p14:creationId xmlns:p14="http://schemas.microsoft.com/office/powerpoint/2010/main" val="4216547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B77D7-1876-C818-590A-68C7D68162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D7D50A-78EA-1787-F9E2-972B1BAA7E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E24F7A-E1F0-6A75-53B3-0CF3796BBF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B969F0-7872-60A4-6A60-1F89FE08C4C5}"/>
              </a:ext>
            </a:extLst>
          </p:cNvPr>
          <p:cNvSpPr>
            <a:spLocks noGrp="1"/>
          </p:cNvSpPr>
          <p:nvPr>
            <p:ph type="sldNum" sz="quarter" idx="5"/>
          </p:nvPr>
        </p:nvSpPr>
        <p:spPr/>
        <p:txBody>
          <a:bodyPr/>
          <a:lstStyle/>
          <a:p>
            <a:fld id="{D4B9A9E5-4F7F-4A7D-9DE1-899232329269}" type="slidenum">
              <a:rPr lang="en-US" smtClean="0"/>
              <a:t>8</a:t>
            </a:fld>
            <a:endParaRPr lang="en-US" dirty="0"/>
          </a:p>
        </p:txBody>
      </p:sp>
    </p:spTree>
    <p:extLst>
      <p:ext uri="{BB962C8B-B14F-4D97-AF65-F5344CB8AC3E}">
        <p14:creationId xmlns:p14="http://schemas.microsoft.com/office/powerpoint/2010/main" val="29963933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6D771-F60E-55C7-B8C0-472BB0ED88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90A119-3790-9461-03E0-5414235EEA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23C85B-64FF-1D87-7F1E-38DF9340F2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C876ED-385F-DD94-D96C-81993F532E63}"/>
              </a:ext>
            </a:extLst>
          </p:cNvPr>
          <p:cNvSpPr>
            <a:spLocks noGrp="1"/>
          </p:cNvSpPr>
          <p:nvPr>
            <p:ph type="sldNum" sz="quarter" idx="5"/>
          </p:nvPr>
        </p:nvSpPr>
        <p:spPr/>
        <p:txBody>
          <a:bodyPr/>
          <a:lstStyle/>
          <a:p>
            <a:fld id="{D4B9A9E5-4F7F-4A7D-9DE1-899232329269}" type="slidenum">
              <a:rPr lang="en-US" smtClean="0"/>
              <a:t>9</a:t>
            </a:fld>
            <a:endParaRPr lang="en-US" dirty="0"/>
          </a:p>
        </p:txBody>
      </p:sp>
    </p:spTree>
    <p:extLst>
      <p:ext uri="{BB962C8B-B14F-4D97-AF65-F5344CB8AC3E}">
        <p14:creationId xmlns:p14="http://schemas.microsoft.com/office/powerpoint/2010/main" val="32891285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10</a:t>
            </a:fld>
            <a:endParaRPr lang="en-US" dirty="0"/>
          </a:p>
        </p:txBody>
      </p:sp>
    </p:spTree>
    <p:extLst>
      <p:ext uri="{BB962C8B-B14F-4D97-AF65-F5344CB8AC3E}">
        <p14:creationId xmlns:p14="http://schemas.microsoft.com/office/powerpoint/2010/main" val="24299665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20.svg"/><Relationship Id="rId4" Type="http://schemas.openxmlformats.org/officeDocument/2006/relationships/image" Target="../media/image1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23.svg"/><Relationship Id="rId4" Type="http://schemas.openxmlformats.org/officeDocument/2006/relationships/image" Target="../media/image1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74996-9779-1D0F-B5C6-7FE85FFF1EF4}"/>
              </a:ext>
            </a:extLst>
          </p:cNvPr>
          <p:cNvSpPr>
            <a:spLocks noGrp="1"/>
          </p:cNvSpPr>
          <p:nvPr>
            <p:ph type="title" hasCustomPrompt="1"/>
          </p:nvPr>
        </p:nvSpPr>
        <p:spPr>
          <a:xfrm>
            <a:off x="6096000" y="2773681"/>
            <a:ext cx="5674360" cy="3200400"/>
          </a:xfrm>
        </p:spPr>
        <p:txBody>
          <a:bodyPr anchor="b">
            <a:normAutofit/>
          </a:bodyPr>
          <a:lstStyle>
            <a:lvl1pPr>
              <a:defRPr sz="4800">
                <a:solidFill>
                  <a:schemeClr val="bg1"/>
                </a:solidFill>
              </a:defRPr>
            </a:lvl1pPr>
          </a:lstStyle>
          <a:p>
            <a:r>
              <a:rPr lang="en-US" dirty="0"/>
              <a:t>Click to add title</a:t>
            </a:r>
          </a:p>
        </p:txBody>
      </p:sp>
      <p:pic>
        <p:nvPicPr>
          <p:cNvPr id="7" name="Graphic 6">
            <a:extLst>
              <a:ext uri="{FF2B5EF4-FFF2-40B4-BE49-F238E27FC236}">
                <a16:creationId xmlns:a16="http://schemas.microsoft.com/office/drawing/2014/main" id="{96B97173-A601-1D66-1651-4FE0D76A0BC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454" t="1728"/>
          <a:stretch/>
        </p:blipFill>
        <p:spPr>
          <a:xfrm>
            <a:off x="-1" y="0"/>
            <a:ext cx="8264995" cy="5320146"/>
          </a:xfrm>
          <a:prstGeom prst="rect">
            <a:avLst/>
          </a:prstGeom>
        </p:spPr>
      </p:pic>
    </p:spTree>
    <p:extLst>
      <p:ext uri="{BB962C8B-B14F-4D97-AF65-F5344CB8AC3E}">
        <p14:creationId xmlns:p14="http://schemas.microsoft.com/office/powerpoint/2010/main" val="3810847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DFB311A-EAAD-7656-C753-E8C73994853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4533" t="18691" r="1" b="-131"/>
          <a:stretch/>
        </p:blipFill>
        <p:spPr>
          <a:xfrm rot="5400000">
            <a:off x="7851419" y="-1244552"/>
            <a:ext cx="3096029" cy="5585137"/>
          </a:xfrm>
          <a:custGeom>
            <a:avLst/>
            <a:gdLst>
              <a:gd name="connsiteX0" fmla="*/ 0 w 1756624"/>
              <a:gd name="connsiteY0" fmla="*/ 0 h 6858000"/>
              <a:gd name="connsiteX1" fmla="*/ 1756624 w 1756624"/>
              <a:gd name="connsiteY1" fmla="*/ 0 h 6858000"/>
              <a:gd name="connsiteX2" fmla="*/ 1756624 w 1756624"/>
              <a:gd name="connsiteY2" fmla="*/ 6858000 h 6858000"/>
              <a:gd name="connsiteX3" fmla="*/ 0 w 175662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756624" h="6858000">
                <a:moveTo>
                  <a:pt x="0" y="0"/>
                </a:moveTo>
                <a:lnTo>
                  <a:pt x="1756624" y="0"/>
                </a:lnTo>
                <a:lnTo>
                  <a:pt x="1756624" y="6858000"/>
                </a:lnTo>
                <a:lnTo>
                  <a:pt x="0" y="6858000"/>
                </a:lnTo>
                <a:close/>
              </a:path>
            </a:pathLst>
          </a:custGeom>
        </p:spPr>
      </p:pic>
      <p:pic>
        <p:nvPicPr>
          <p:cNvPr id="10" name="Graphic 9">
            <a:extLst>
              <a:ext uri="{FF2B5EF4-FFF2-40B4-BE49-F238E27FC236}">
                <a16:creationId xmlns:a16="http://schemas.microsoft.com/office/drawing/2014/main" id="{1612F0DE-D367-10BB-1F71-60AA6527CAD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151" r="18577"/>
          <a:stretch/>
        </p:blipFill>
        <p:spPr>
          <a:xfrm>
            <a:off x="7010400" y="0"/>
            <a:ext cx="5181600" cy="6858000"/>
          </a:xfrm>
          <a:prstGeom prst="rect">
            <a:avLst/>
          </a:prstGeom>
        </p:spPr>
      </p:pic>
      <p:sp>
        <p:nvSpPr>
          <p:cNvPr id="2" name="Title 1">
            <a:extLst>
              <a:ext uri="{FF2B5EF4-FFF2-40B4-BE49-F238E27FC236}">
                <a16:creationId xmlns:a16="http://schemas.microsoft.com/office/drawing/2014/main" id="{4F4F5799-FC34-2F2D-D11E-9B472CAF066E}"/>
              </a:ext>
            </a:extLst>
          </p:cNvPr>
          <p:cNvSpPr>
            <a:spLocks noGrp="1"/>
          </p:cNvSpPr>
          <p:nvPr>
            <p:ph type="title" hasCustomPrompt="1"/>
          </p:nvPr>
        </p:nvSpPr>
        <p:spPr>
          <a:xfrm>
            <a:off x="914400" y="315533"/>
            <a:ext cx="5181600" cy="2376868"/>
          </a:xfrm>
        </p:spPr>
        <p:txBody>
          <a:bodyPr anchor="b">
            <a:normAutofit/>
          </a:bodyPr>
          <a:lstStyle>
            <a:lvl1pPr>
              <a:defRPr sz="3200"/>
            </a:lvl1pPr>
          </a:lstStyle>
          <a:p>
            <a:r>
              <a:rPr lang="en-US" dirty="0"/>
              <a:t>Click to add title</a:t>
            </a:r>
          </a:p>
        </p:txBody>
      </p:sp>
      <p:sp>
        <p:nvSpPr>
          <p:cNvPr id="8" name="Content Placeholder 7">
            <a:extLst>
              <a:ext uri="{FF2B5EF4-FFF2-40B4-BE49-F238E27FC236}">
                <a16:creationId xmlns:a16="http://schemas.microsoft.com/office/drawing/2014/main" id="{2575025C-084B-CD7A-F546-0E13BA13CFEF}"/>
              </a:ext>
            </a:extLst>
          </p:cNvPr>
          <p:cNvSpPr>
            <a:spLocks noGrp="1"/>
          </p:cNvSpPr>
          <p:nvPr>
            <p:ph sz="quarter" idx="10" hasCustomPrompt="1"/>
          </p:nvPr>
        </p:nvSpPr>
        <p:spPr>
          <a:xfrm>
            <a:off x="914400" y="2844800"/>
            <a:ext cx="5181600" cy="3128963"/>
          </a:xfrm>
        </p:spPr>
        <p:txBody>
          <a:bodyPr>
            <a:normAutofit/>
          </a:bodyPr>
          <a:lstStyle>
            <a:lvl1pPr marL="0" indent="0">
              <a:lnSpc>
                <a:spcPct val="120000"/>
              </a:lnSpc>
              <a:buNone/>
              <a:defRPr sz="2000"/>
            </a:lvl1pPr>
            <a:lvl2pPr>
              <a:lnSpc>
                <a:spcPct val="120000"/>
              </a:lnSpc>
              <a:defRPr sz="1800"/>
            </a:lvl2pPr>
            <a:lvl3pPr>
              <a:lnSpc>
                <a:spcPct val="120000"/>
              </a:lnSpc>
              <a:defRPr sz="1600"/>
            </a:lvl3pPr>
            <a:lvl4pPr>
              <a:lnSpc>
                <a:spcPct val="120000"/>
              </a:lnSpc>
              <a:defRPr sz="1400"/>
            </a:lvl4pPr>
            <a:lvl5pPr>
              <a:lnSpc>
                <a:spcPct val="120000"/>
              </a:lnSpc>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238750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5DE041D-A3BF-94FF-029C-719D4DADA21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3300" t="13815"/>
          <a:stretch/>
        </p:blipFill>
        <p:spPr>
          <a:xfrm>
            <a:off x="0" y="-1"/>
            <a:ext cx="4239206" cy="3776193"/>
          </a:xfrm>
          <a:prstGeom prst="rect">
            <a:avLst/>
          </a:prstGeom>
        </p:spPr>
      </p:pic>
      <p:sp>
        <p:nvSpPr>
          <p:cNvPr id="2" name="Title 1">
            <a:extLst>
              <a:ext uri="{FF2B5EF4-FFF2-40B4-BE49-F238E27FC236}">
                <a16:creationId xmlns:a16="http://schemas.microsoft.com/office/drawing/2014/main" id="{0DEE605D-0584-F71C-A97D-B672F13E3911}"/>
              </a:ext>
            </a:extLst>
          </p:cNvPr>
          <p:cNvSpPr>
            <a:spLocks noGrp="1"/>
          </p:cNvSpPr>
          <p:nvPr>
            <p:ph type="title" hasCustomPrompt="1"/>
          </p:nvPr>
        </p:nvSpPr>
        <p:spPr>
          <a:xfrm>
            <a:off x="914400" y="2580640"/>
            <a:ext cx="5181600" cy="3368819"/>
          </a:xfrm>
        </p:spPr>
        <p:txBody>
          <a:bodyPr anchor="b">
            <a:normAutofit/>
          </a:bodyPr>
          <a:lstStyle>
            <a:lvl1pPr>
              <a:defRPr sz="4800">
                <a:solidFill>
                  <a:schemeClr val="bg1"/>
                </a:solidFill>
              </a:defRPr>
            </a:lvl1pPr>
          </a:lstStyle>
          <a:p>
            <a:r>
              <a:rPr lang="en-US" dirty="0"/>
              <a:t>Click to add title</a:t>
            </a:r>
          </a:p>
        </p:txBody>
      </p:sp>
      <p:sp>
        <p:nvSpPr>
          <p:cNvPr id="9" name="Picture Placeholder 8">
            <a:extLst>
              <a:ext uri="{FF2B5EF4-FFF2-40B4-BE49-F238E27FC236}">
                <a16:creationId xmlns:a16="http://schemas.microsoft.com/office/drawing/2014/main" id="{59AF635C-89E6-F6EF-FA6A-417A9A84BF4A}"/>
              </a:ext>
            </a:extLst>
          </p:cNvPr>
          <p:cNvSpPr>
            <a:spLocks noGrp="1"/>
          </p:cNvSpPr>
          <p:nvPr>
            <p:ph type="pic" sz="quarter" idx="10" hasCustomPrompt="1"/>
          </p:nvPr>
        </p:nvSpPr>
        <p:spPr>
          <a:xfrm>
            <a:off x="6085840" y="-10159"/>
            <a:ext cx="6116320" cy="6868160"/>
          </a:xfrm>
          <a:custGeom>
            <a:avLst/>
            <a:gdLst>
              <a:gd name="connsiteX0" fmla="*/ 0 w 6116320"/>
              <a:gd name="connsiteY0" fmla="*/ 0 h 6880225"/>
              <a:gd name="connsiteX1" fmla="*/ 6116320 w 6116320"/>
              <a:gd name="connsiteY1" fmla="*/ 0 h 6880225"/>
              <a:gd name="connsiteX2" fmla="*/ 6116320 w 6116320"/>
              <a:gd name="connsiteY2" fmla="*/ 6880225 h 6880225"/>
              <a:gd name="connsiteX3" fmla="*/ 0 w 6116320"/>
              <a:gd name="connsiteY3" fmla="*/ 6880225 h 6880225"/>
              <a:gd name="connsiteX4" fmla="*/ 0 w 6116320"/>
              <a:gd name="connsiteY4" fmla="*/ 0 h 6880225"/>
              <a:gd name="connsiteX0" fmla="*/ 0 w 6116320"/>
              <a:gd name="connsiteY0" fmla="*/ 0 h 6880225"/>
              <a:gd name="connsiteX1" fmla="*/ 6116320 w 6116320"/>
              <a:gd name="connsiteY1" fmla="*/ 0 h 6880225"/>
              <a:gd name="connsiteX2" fmla="*/ 6116320 w 6116320"/>
              <a:gd name="connsiteY2" fmla="*/ 6880225 h 6880225"/>
              <a:gd name="connsiteX3" fmla="*/ 2052320 w 6116320"/>
              <a:gd name="connsiteY3" fmla="*/ 6880225 h 6880225"/>
              <a:gd name="connsiteX4" fmla="*/ 0 w 6116320"/>
              <a:gd name="connsiteY4" fmla="*/ 0 h 6880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6320" h="6880225">
                <a:moveTo>
                  <a:pt x="0" y="0"/>
                </a:moveTo>
                <a:lnTo>
                  <a:pt x="6116320" y="0"/>
                </a:lnTo>
                <a:lnTo>
                  <a:pt x="6116320" y="6880225"/>
                </a:lnTo>
                <a:lnTo>
                  <a:pt x="2052320" y="6880225"/>
                </a:lnTo>
                <a:lnTo>
                  <a:pt x="0" y="0"/>
                </a:lnTo>
                <a:close/>
              </a:path>
            </a:pathLst>
          </a:custGeom>
        </p:spPr>
        <p:txBody>
          <a:bodyPr>
            <a:norm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736789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B74EE53-DB22-C27E-074F-A7129585FE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158" t="-5374" b="78533"/>
          <a:stretch/>
        </p:blipFill>
        <p:spPr>
          <a:xfrm rot="10800000">
            <a:off x="6324600" y="0"/>
            <a:ext cx="5867400" cy="1647324"/>
          </a:xfrm>
          <a:prstGeom prst="rect">
            <a:avLst/>
          </a:prstGeom>
        </p:spPr>
      </p:pic>
      <p:sp>
        <p:nvSpPr>
          <p:cNvPr id="2" name="Title 1">
            <a:extLst>
              <a:ext uri="{FF2B5EF4-FFF2-40B4-BE49-F238E27FC236}">
                <a16:creationId xmlns:a16="http://schemas.microsoft.com/office/drawing/2014/main" id="{278AEF0C-FA4B-8C23-0132-5529EC244F9E}"/>
              </a:ext>
            </a:extLst>
          </p:cNvPr>
          <p:cNvSpPr>
            <a:spLocks noGrp="1"/>
          </p:cNvSpPr>
          <p:nvPr>
            <p:ph type="title" hasCustomPrompt="1"/>
          </p:nvPr>
        </p:nvSpPr>
        <p:spPr>
          <a:xfrm>
            <a:off x="6126480" y="1310639"/>
            <a:ext cx="4805997" cy="2689629"/>
          </a:xfrm>
        </p:spPr>
        <p:txBody>
          <a:bodyPr anchor="b">
            <a:normAutofit/>
          </a:bodyPr>
          <a:lstStyle>
            <a:lvl1pPr>
              <a:defRPr sz="4800"/>
            </a:lvl1pPr>
          </a:lstStyle>
          <a:p>
            <a:r>
              <a:rPr lang="en-US" dirty="0"/>
              <a:t>Click to add title</a:t>
            </a:r>
          </a:p>
        </p:txBody>
      </p:sp>
      <p:sp>
        <p:nvSpPr>
          <p:cNvPr id="12" name="Picture Placeholder 11">
            <a:extLst>
              <a:ext uri="{FF2B5EF4-FFF2-40B4-BE49-F238E27FC236}">
                <a16:creationId xmlns:a16="http://schemas.microsoft.com/office/drawing/2014/main" id="{B3DD4867-9B0B-647C-1F78-5E50BF30F089}"/>
              </a:ext>
            </a:extLst>
          </p:cNvPr>
          <p:cNvSpPr>
            <a:spLocks noGrp="1"/>
          </p:cNvSpPr>
          <p:nvPr>
            <p:ph type="pic" sz="quarter" idx="11"/>
          </p:nvPr>
        </p:nvSpPr>
        <p:spPr>
          <a:xfrm>
            <a:off x="0" y="-1016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053840 w 6096000"/>
              <a:gd name="connsiteY2" fmla="*/ 6858000 h 6858000"/>
              <a:gd name="connsiteX3" fmla="*/ 0 w 6096000"/>
              <a:gd name="connsiteY3" fmla="*/ 6858000 h 6858000"/>
              <a:gd name="connsiteX4" fmla="*/ 0 w 6096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4053840" y="6858000"/>
                </a:lnTo>
                <a:lnTo>
                  <a:pt x="0" y="6858000"/>
                </a:lnTo>
                <a:lnTo>
                  <a:pt x="0" y="0"/>
                </a:lnTo>
                <a:close/>
              </a:path>
            </a:pathLst>
          </a:custGeom>
        </p:spPr>
        <p:txBody>
          <a:bodyPr>
            <a:normAutofit/>
          </a:bodyPr>
          <a:lstStyle>
            <a:lvl1pPr marL="0" indent="0" algn="ctr">
              <a:buNone/>
              <a:defRPr sz="2000"/>
            </a:lvl1pPr>
          </a:lstStyle>
          <a:p>
            <a:r>
              <a:rPr lang="en-US"/>
              <a:t>Click icon to add picture</a:t>
            </a:r>
            <a:endParaRPr lang="en-US" dirty="0"/>
          </a:p>
        </p:txBody>
      </p:sp>
      <p:sp>
        <p:nvSpPr>
          <p:cNvPr id="10" name="Content Placeholder 9">
            <a:extLst>
              <a:ext uri="{FF2B5EF4-FFF2-40B4-BE49-F238E27FC236}">
                <a16:creationId xmlns:a16="http://schemas.microsoft.com/office/drawing/2014/main" id="{BFF4D65D-965A-5E86-4D91-C72D1D03A8B9}"/>
              </a:ext>
            </a:extLst>
          </p:cNvPr>
          <p:cNvSpPr>
            <a:spLocks noGrp="1"/>
          </p:cNvSpPr>
          <p:nvPr>
            <p:ph sz="quarter" idx="10" hasCustomPrompt="1"/>
          </p:nvPr>
        </p:nvSpPr>
        <p:spPr>
          <a:xfrm>
            <a:off x="6126163" y="4172990"/>
            <a:ext cx="4805997" cy="2389736"/>
          </a:xfr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6365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4C9F686-E069-3B60-9625-01EE6A41D75D}"/>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5239"/>
          <a:stretch/>
        </p:blipFill>
        <p:spPr>
          <a:xfrm flipH="1">
            <a:off x="9135414" y="0"/>
            <a:ext cx="3056586" cy="6858000"/>
          </a:xfrm>
          <a:custGeom>
            <a:avLst/>
            <a:gdLst>
              <a:gd name="connsiteX0" fmla="*/ 4284372 w 4284372"/>
              <a:gd name="connsiteY0" fmla="*/ 0 h 6858000"/>
              <a:gd name="connsiteX1" fmla="*/ 0 w 4284372"/>
              <a:gd name="connsiteY1" fmla="*/ 0 h 6858000"/>
              <a:gd name="connsiteX2" fmla="*/ 0 w 4284372"/>
              <a:gd name="connsiteY2" fmla="*/ 6858000 h 6858000"/>
              <a:gd name="connsiteX3" fmla="*/ 4284372 w 428437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84372" h="6858000">
                <a:moveTo>
                  <a:pt x="4284372" y="0"/>
                </a:moveTo>
                <a:lnTo>
                  <a:pt x="0" y="0"/>
                </a:lnTo>
                <a:lnTo>
                  <a:pt x="0" y="6858000"/>
                </a:lnTo>
                <a:lnTo>
                  <a:pt x="4284372" y="6858000"/>
                </a:lnTo>
                <a:close/>
              </a:path>
            </a:pathLst>
          </a:custGeom>
        </p:spPr>
      </p:pic>
      <p:pic>
        <p:nvPicPr>
          <p:cNvPr id="9" name="Graphic 8">
            <a:extLst>
              <a:ext uri="{FF2B5EF4-FFF2-40B4-BE49-F238E27FC236}">
                <a16:creationId xmlns:a16="http://schemas.microsoft.com/office/drawing/2014/main" id="{6D7227F9-50F9-820B-69B7-924C02120466}"/>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2330"/>
          <a:stretch/>
        </p:blipFill>
        <p:spPr>
          <a:xfrm>
            <a:off x="7810500" y="3025140"/>
            <a:ext cx="4381500" cy="3832860"/>
          </a:xfrm>
          <a:prstGeom prst="rect">
            <a:avLst/>
          </a:prstGeom>
        </p:spPr>
      </p:pic>
      <p:sp>
        <p:nvSpPr>
          <p:cNvPr id="2" name="Title 1">
            <a:extLst>
              <a:ext uri="{FF2B5EF4-FFF2-40B4-BE49-F238E27FC236}">
                <a16:creationId xmlns:a16="http://schemas.microsoft.com/office/drawing/2014/main" id="{448D1E69-316E-A8E1-7ADA-040A0E490730}"/>
              </a:ext>
            </a:extLst>
          </p:cNvPr>
          <p:cNvSpPr>
            <a:spLocks noGrp="1"/>
          </p:cNvSpPr>
          <p:nvPr>
            <p:ph type="title" hasCustomPrompt="1"/>
          </p:nvPr>
        </p:nvSpPr>
        <p:spPr>
          <a:xfrm>
            <a:off x="914399" y="365125"/>
            <a:ext cx="7273637" cy="1646555"/>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61069CA0-E0AB-99C6-10DB-13AAC019DD7D}"/>
              </a:ext>
            </a:extLst>
          </p:cNvPr>
          <p:cNvSpPr>
            <a:spLocks noGrp="1"/>
          </p:cNvSpPr>
          <p:nvPr>
            <p:ph sz="quarter" idx="10" hasCustomPrompt="1"/>
          </p:nvPr>
        </p:nvSpPr>
        <p:spPr>
          <a:xfrm>
            <a:off x="914399" y="2011363"/>
            <a:ext cx="7273638" cy="4155757"/>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815213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left Image 1">
    <p:bg>
      <p:bgPr>
        <a:solidFill>
          <a:schemeClr val="tx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589277D-BC14-E7E0-5822-5575F563E1C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8039100" y="228600"/>
            <a:ext cx="4381500" cy="3924300"/>
          </a:xfrm>
          <a:prstGeom prst="rect">
            <a:avLst/>
          </a:prstGeom>
        </p:spPr>
      </p:pic>
      <p:sp>
        <p:nvSpPr>
          <p:cNvPr id="2" name="Title 1">
            <a:extLst>
              <a:ext uri="{FF2B5EF4-FFF2-40B4-BE49-F238E27FC236}">
                <a16:creationId xmlns:a16="http://schemas.microsoft.com/office/drawing/2014/main" id="{4FDB1BDE-C8F3-ACC0-740B-CBD8128777D5}"/>
              </a:ext>
            </a:extLst>
          </p:cNvPr>
          <p:cNvSpPr>
            <a:spLocks noGrp="1"/>
          </p:cNvSpPr>
          <p:nvPr>
            <p:ph type="title"/>
          </p:nvPr>
        </p:nvSpPr>
        <p:spPr>
          <a:xfrm>
            <a:off x="6096000" y="375285"/>
            <a:ext cx="4896678" cy="3624984"/>
          </a:xfrm>
        </p:spPr>
        <p:txBody>
          <a:bodyPr anchor="b">
            <a:normAutofit/>
          </a:bodyPr>
          <a:lstStyle>
            <a:lvl1pPr>
              <a:defRPr sz="480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128597A3-47D0-F393-55D9-07FFD951F396}"/>
              </a:ext>
            </a:extLst>
          </p:cNvPr>
          <p:cNvSpPr>
            <a:spLocks noGrp="1"/>
          </p:cNvSpPr>
          <p:nvPr>
            <p:ph type="pic" sz="quarter" idx="11"/>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405384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586 w 6096586"/>
              <a:gd name="connsiteY0" fmla="*/ 0 h 6858000"/>
              <a:gd name="connsiteX1" fmla="*/ 4054426 w 6096586"/>
              <a:gd name="connsiteY1" fmla="*/ 0 h 6858000"/>
              <a:gd name="connsiteX2" fmla="*/ 6096586 w 6096586"/>
              <a:gd name="connsiteY2" fmla="*/ 6858000 h 6858000"/>
              <a:gd name="connsiteX3" fmla="*/ 586 w 6096586"/>
              <a:gd name="connsiteY3" fmla="*/ 6858000 h 6858000"/>
              <a:gd name="connsiteX4" fmla="*/ 586 w 6096586"/>
              <a:gd name="connsiteY4" fmla="*/ 3669792 h 6858000"/>
              <a:gd name="connsiteX5" fmla="*/ 586 w 6096586"/>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4053840" y="0"/>
                </a:lnTo>
                <a:lnTo>
                  <a:pt x="6096000" y="6858000"/>
                </a:lnTo>
                <a:lnTo>
                  <a:pt x="950976" y="6858000"/>
                </a:lnTo>
                <a:lnTo>
                  <a:pt x="0" y="3669792"/>
                </a:lnTo>
                <a:lnTo>
                  <a:pt x="0" y="0"/>
                </a:lnTo>
                <a:close/>
              </a:path>
            </a:pathLst>
          </a:custGeom>
        </p:spPr>
        <p:txBody>
          <a:bodyPr>
            <a:normAutofit/>
          </a:bodyPr>
          <a:lstStyle>
            <a:lvl1pPr marL="0" indent="0" algn="l">
              <a:buNone/>
              <a:defRPr sz="2000">
                <a:solidFill>
                  <a:schemeClr val="bg1"/>
                </a:solidFill>
              </a:defRPr>
            </a:lvl1pPr>
          </a:lstStyle>
          <a:p>
            <a:r>
              <a:rPr lang="en-US"/>
              <a:t>Click icon to add picture</a:t>
            </a:r>
            <a:endParaRPr lang="en-US" dirty="0"/>
          </a:p>
        </p:txBody>
      </p:sp>
      <p:sp>
        <p:nvSpPr>
          <p:cNvPr id="9" name="Content Placeholder 10">
            <a:extLst>
              <a:ext uri="{FF2B5EF4-FFF2-40B4-BE49-F238E27FC236}">
                <a16:creationId xmlns:a16="http://schemas.microsoft.com/office/drawing/2014/main" id="{4BF260CE-C6E3-AE7A-DB8E-A72A1CF5B54E}"/>
              </a:ext>
            </a:extLst>
          </p:cNvPr>
          <p:cNvSpPr>
            <a:spLocks noGrp="1"/>
          </p:cNvSpPr>
          <p:nvPr>
            <p:ph sz="quarter" idx="10" hasCustomPrompt="1"/>
          </p:nvPr>
        </p:nvSpPr>
        <p:spPr>
          <a:xfrm>
            <a:off x="6096000" y="4172990"/>
            <a:ext cx="4896677" cy="2309726"/>
          </a:xfrm>
        </p:spPr>
        <p:txBody>
          <a:bodyPr>
            <a:normAutofit/>
          </a:bodyPr>
          <a:lstStyle>
            <a:lvl1pPr marL="0" indent="0">
              <a:spcBef>
                <a:spcPts val="0"/>
              </a:spcBef>
              <a:spcAft>
                <a:spcPts val="1200"/>
              </a:spcAft>
              <a:buNone/>
              <a:defRPr sz="2000">
                <a:solidFill>
                  <a:schemeClr val="bg1"/>
                </a:solidFill>
              </a:defRPr>
            </a:lvl1pPr>
            <a:lvl2pPr marL="742950" indent="-285750">
              <a:spcBef>
                <a:spcPts val="0"/>
              </a:spcBef>
              <a:spcAft>
                <a:spcPts val="1200"/>
              </a:spcAft>
              <a:buFont typeface="Arial" panose="020B0604020202020204" pitchFamily="34" charset="0"/>
              <a:buChar char="•"/>
              <a:defRPr sz="1800">
                <a:solidFill>
                  <a:schemeClr val="bg1"/>
                </a:solidFill>
              </a:defRPr>
            </a:lvl2pPr>
            <a:lvl3pPr marL="1200150" indent="-285750">
              <a:spcBef>
                <a:spcPts val="0"/>
              </a:spcBef>
              <a:spcAft>
                <a:spcPts val="1200"/>
              </a:spcAft>
              <a:buFont typeface="Arial" panose="020B0604020202020204" pitchFamily="34" charset="0"/>
              <a:buChar char="•"/>
              <a:defRPr sz="1600">
                <a:solidFill>
                  <a:schemeClr val="bg1"/>
                </a:solidFill>
              </a:defRPr>
            </a:lvl3pPr>
            <a:lvl4pPr marL="1657350" indent="-285750">
              <a:spcBef>
                <a:spcPts val="0"/>
              </a:spcBef>
              <a:spcAft>
                <a:spcPts val="1200"/>
              </a:spcAft>
              <a:buFont typeface="Arial" panose="020B0604020202020204" pitchFamily="34" charset="0"/>
              <a:buChar char="•"/>
              <a:defRPr sz="1400">
                <a:solidFill>
                  <a:schemeClr val="bg1"/>
                </a:solidFill>
              </a:defRPr>
            </a:lvl4pPr>
            <a:lvl5pPr marL="2114550" indent="-285750">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9111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1">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6E20435-B9A5-359D-133D-5D3EED409CD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55" t="41988" r="53993" b="33420"/>
          <a:stretch/>
        </p:blipFill>
        <p:spPr>
          <a:xfrm rot="10800000">
            <a:off x="9198864" y="-5"/>
            <a:ext cx="2993136" cy="1517907"/>
          </a:xfrm>
          <a:prstGeom prst="rect">
            <a:avLst/>
          </a:prstGeom>
        </p:spPr>
      </p:pic>
      <p:pic>
        <p:nvPicPr>
          <p:cNvPr id="9" name="Graphic 8">
            <a:extLst>
              <a:ext uri="{FF2B5EF4-FFF2-40B4-BE49-F238E27FC236}">
                <a16:creationId xmlns:a16="http://schemas.microsoft.com/office/drawing/2014/main" id="{7B99CAE4-AA9B-52BA-7DE8-8245CE705D35}"/>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445" t="24819" r="46503"/>
          <a:stretch/>
        </p:blipFill>
        <p:spPr>
          <a:xfrm rot="16200000">
            <a:off x="961221" y="4525179"/>
            <a:ext cx="1371600" cy="3294042"/>
          </a:xfrm>
          <a:prstGeom prst="rect">
            <a:avLst/>
          </a:prstGeom>
        </p:spPr>
      </p:pic>
      <p:sp>
        <p:nvSpPr>
          <p:cNvPr id="10" name="Title 9">
            <a:extLst>
              <a:ext uri="{FF2B5EF4-FFF2-40B4-BE49-F238E27FC236}">
                <a16:creationId xmlns:a16="http://schemas.microsoft.com/office/drawing/2014/main" id="{28DFE681-710B-6FE5-B8E0-3BC9DB9F12D1}"/>
              </a:ext>
            </a:extLst>
          </p:cNvPr>
          <p:cNvSpPr>
            <a:spLocks noGrp="1"/>
          </p:cNvSpPr>
          <p:nvPr>
            <p:ph type="title" hasCustomPrompt="1"/>
          </p:nvPr>
        </p:nvSpPr>
        <p:spPr>
          <a:xfrm>
            <a:off x="914399" y="365125"/>
            <a:ext cx="10363201" cy="1629601"/>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3FE383D3-6A16-1891-FF52-470B26B94042}"/>
              </a:ext>
            </a:extLst>
          </p:cNvPr>
          <p:cNvSpPr>
            <a:spLocks noGrp="1"/>
          </p:cNvSpPr>
          <p:nvPr>
            <p:ph sz="quarter" idx="10" hasCustomPrompt="1"/>
          </p:nvPr>
        </p:nvSpPr>
        <p:spPr>
          <a:xfrm>
            <a:off x="914399"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74B5EB04-CA6E-7417-56DF-A55B21E94B74}"/>
              </a:ext>
            </a:extLst>
          </p:cNvPr>
          <p:cNvSpPr>
            <a:spLocks noGrp="1"/>
          </p:cNvSpPr>
          <p:nvPr>
            <p:ph sz="quarter" idx="11" hasCustomPrompt="1"/>
          </p:nvPr>
        </p:nvSpPr>
        <p:spPr>
          <a:xfrm>
            <a:off x="6284891"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417792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783FA55-EF1D-66CF-8FD5-29086D71E62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81" t="40714" r="61027" b="44471"/>
          <a:stretch/>
        </p:blipFill>
        <p:spPr>
          <a:xfrm rot="10800000" flipV="1">
            <a:off x="-26830" y="5950040"/>
            <a:ext cx="2513521" cy="914400"/>
          </a:xfrm>
          <a:prstGeom prst="rect">
            <a:avLst/>
          </a:prstGeom>
        </p:spPr>
      </p:pic>
      <p:pic>
        <p:nvPicPr>
          <p:cNvPr id="9" name="Graphic 8">
            <a:extLst>
              <a:ext uri="{FF2B5EF4-FFF2-40B4-BE49-F238E27FC236}">
                <a16:creationId xmlns:a16="http://schemas.microsoft.com/office/drawing/2014/main" id="{542CEFED-8DE0-0155-A5B6-A44051A6D03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18883" t="18052" r="46636"/>
          <a:stretch/>
        </p:blipFill>
        <p:spPr>
          <a:xfrm rot="16200000" flipH="1" flipV="1">
            <a:off x="9553763" y="-952310"/>
            <a:ext cx="1685928" cy="3590547"/>
          </a:xfrm>
          <a:prstGeom prst="rect">
            <a:avLst/>
          </a:prstGeom>
        </p:spPr>
      </p:pic>
      <p:sp>
        <p:nvSpPr>
          <p:cNvPr id="10" name="Title 9">
            <a:extLst>
              <a:ext uri="{FF2B5EF4-FFF2-40B4-BE49-F238E27FC236}">
                <a16:creationId xmlns:a16="http://schemas.microsoft.com/office/drawing/2014/main" id="{57FC493E-284F-ADBA-D92D-883CAB13ADCA}"/>
              </a:ext>
            </a:extLst>
          </p:cNvPr>
          <p:cNvSpPr>
            <a:spLocks noGrp="1"/>
          </p:cNvSpPr>
          <p:nvPr>
            <p:ph type="title" hasCustomPrompt="1"/>
          </p:nvPr>
        </p:nvSpPr>
        <p:spPr>
          <a:xfrm>
            <a:off x="914398" y="365125"/>
            <a:ext cx="10439401" cy="161701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4B8B2035-4AA9-D25E-9F15-3ED36F734D13}"/>
              </a:ext>
            </a:extLst>
          </p:cNvPr>
          <p:cNvSpPr>
            <a:spLocks noGrp="1"/>
          </p:cNvSpPr>
          <p:nvPr>
            <p:ph sz="quarter" idx="10" hasCustomPrompt="1"/>
          </p:nvPr>
        </p:nvSpPr>
        <p:spPr>
          <a:xfrm>
            <a:off x="914399" y="2022250"/>
            <a:ext cx="3310129" cy="3747180"/>
          </a:xfrm>
        </p:spPr>
        <p:txBody>
          <a:bodyPr>
            <a:normAutofit/>
          </a:bodyPr>
          <a:lstStyle>
            <a:lvl1pPr>
              <a:spcBef>
                <a:spcPts val="0"/>
              </a:spcBef>
              <a:spcAft>
                <a:spcPts val="1200"/>
              </a:spcAft>
              <a:defRPr sz="2000" b="1"/>
            </a:lvl1pPr>
            <a:lvl2pPr>
              <a:spcBef>
                <a:spcPts val="0"/>
              </a:spcBef>
              <a:spcAft>
                <a:spcPts val="1200"/>
              </a:spcAft>
              <a:defRPr sz="1800" b="1"/>
            </a:lvl2pPr>
            <a:lvl3pPr>
              <a:spcBef>
                <a:spcPts val="0"/>
              </a:spcBef>
              <a:spcAft>
                <a:spcPts val="1200"/>
              </a:spcAft>
              <a:defRPr sz="1600" b="1"/>
            </a:lvl3pPr>
            <a:lvl4pPr>
              <a:spcBef>
                <a:spcPts val="0"/>
              </a:spcBef>
              <a:spcAft>
                <a:spcPts val="1200"/>
              </a:spcAft>
              <a:defRPr sz="1400" b="1"/>
            </a:lvl4pPr>
            <a:lvl5pPr>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6A694422-6B3E-3D80-AC41-FD1CED52ACAB}"/>
              </a:ext>
            </a:extLst>
          </p:cNvPr>
          <p:cNvSpPr>
            <a:spLocks noGrp="1"/>
          </p:cNvSpPr>
          <p:nvPr>
            <p:ph sz="quarter" idx="11" hasCustomPrompt="1"/>
          </p:nvPr>
        </p:nvSpPr>
        <p:spPr>
          <a:xfrm>
            <a:off x="4602310" y="2018120"/>
            <a:ext cx="675148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782813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right Image">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48DBD2A1-633E-7A22-751B-5CEFCA93F20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7703" t="485" b="67543"/>
          <a:stretch/>
        </p:blipFill>
        <p:spPr>
          <a:xfrm rot="5400000">
            <a:off x="-115162" y="115164"/>
            <a:ext cx="1895058" cy="1664735"/>
          </a:xfrm>
          <a:prstGeom prst="rect">
            <a:avLst/>
          </a:prstGeom>
        </p:spPr>
      </p:pic>
      <p:sp>
        <p:nvSpPr>
          <p:cNvPr id="9" name="Title 8">
            <a:extLst>
              <a:ext uri="{FF2B5EF4-FFF2-40B4-BE49-F238E27FC236}">
                <a16:creationId xmlns:a16="http://schemas.microsoft.com/office/drawing/2014/main" id="{3E7BF4D0-D641-9859-157D-B9094EF3DAB1}"/>
              </a:ext>
            </a:extLst>
          </p:cNvPr>
          <p:cNvSpPr>
            <a:spLocks noGrp="1"/>
          </p:cNvSpPr>
          <p:nvPr>
            <p:ph type="title" hasCustomPrompt="1"/>
          </p:nvPr>
        </p:nvSpPr>
        <p:spPr>
          <a:xfrm>
            <a:off x="916385" y="446313"/>
            <a:ext cx="5179615" cy="1448747"/>
          </a:xfrm>
        </p:spPr>
        <p:txBody>
          <a:bodyPr>
            <a:normAutofit/>
          </a:bodyPr>
          <a:lstStyle>
            <a:lvl1pPr>
              <a:defRPr sz="3200"/>
            </a:lvl1pPr>
          </a:lstStyle>
          <a:p>
            <a:r>
              <a:rPr lang="en-US" dirty="0"/>
              <a:t>Click to add title</a:t>
            </a:r>
          </a:p>
        </p:txBody>
      </p:sp>
      <p:sp>
        <p:nvSpPr>
          <p:cNvPr id="10" name="Content Placeholder 10">
            <a:extLst>
              <a:ext uri="{FF2B5EF4-FFF2-40B4-BE49-F238E27FC236}">
                <a16:creationId xmlns:a16="http://schemas.microsoft.com/office/drawing/2014/main" id="{115AE488-757F-4C5A-7733-85C1D1EA98D3}"/>
              </a:ext>
            </a:extLst>
          </p:cNvPr>
          <p:cNvSpPr>
            <a:spLocks noGrp="1"/>
          </p:cNvSpPr>
          <p:nvPr>
            <p:ph sz="quarter" idx="10" hasCustomPrompt="1"/>
          </p:nvPr>
        </p:nvSpPr>
        <p:spPr>
          <a:xfrm>
            <a:off x="914399" y="2022250"/>
            <a:ext cx="5181600" cy="374718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
        <p:nvSpPr>
          <p:cNvPr id="12" name="Picture Placeholder 11">
            <a:extLst>
              <a:ext uri="{FF2B5EF4-FFF2-40B4-BE49-F238E27FC236}">
                <a16:creationId xmlns:a16="http://schemas.microsoft.com/office/drawing/2014/main" id="{39DD264F-42B5-DBB0-9839-DB4C6827ED76}"/>
              </a:ext>
            </a:extLst>
          </p:cNvPr>
          <p:cNvSpPr>
            <a:spLocks noGrp="1"/>
          </p:cNvSpPr>
          <p:nvPr>
            <p:ph type="pic" sz="quarter" idx="11"/>
          </p:nvPr>
        </p:nvSpPr>
        <p:spPr>
          <a:xfrm>
            <a:off x="6076950" y="0"/>
            <a:ext cx="6115050" cy="6868886"/>
          </a:xfrm>
          <a:custGeom>
            <a:avLst/>
            <a:gdLst>
              <a:gd name="connsiteX0" fmla="*/ 0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0 w 6115050"/>
              <a:gd name="connsiteY4" fmla="*/ 0 h 6858000"/>
              <a:gd name="connsiteX0" fmla="*/ 2024742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2024742 w 6115050"/>
              <a:gd name="connsiteY4" fmla="*/ 0 h 6858000"/>
              <a:gd name="connsiteX0" fmla="*/ 2024742 w 6115050"/>
              <a:gd name="connsiteY0" fmla="*/ 0 h 6858000"/>
              <a:gd name="connsiteX1" fmla="*/ 6115050 w 6115050"/>
              <a:gd name="connsiteY1" fmla="*/ 0 h 6858000"/>
              <a:gd name="connsiteX2" fmla="*/ 6115050 w 6115050"/>
              <a:gd name="connsiteY2" fmla="*/ 3603171 h 6858000"/>
              <a:gd name="connsiteX3" fmla="*/ 6115050 w 6115050"/>
              <a:gd name="connsiteY3" fmla="*/ 6858000 h 6858000"/>
              <a:gd name="connsiteX4" fmla="*/ 0 w 6115050"/>
              <a:gd name="connsiteY4" fmla="*/ 6858000 h 6858000"/>
              <a:gd name="connsiteX5" fmla="*/ 2024742 w 6115050"/>
              <a:gd name="connsiteY5" fmla="*/ 0 h 6858000"/>
              <a:gd name="connsiteX0" fmla="*/ 2024742 w 6115050"/>
              <a:gd name="connsiteY0" fmla="*/ 0 h 6868886"/>
              <a:gd name="connsiteX1" fmla="*/ 6115050 w 6115050"/>
              <a:gd name="connsiteY1" fmla="*/ 0 h 6868886"/>
              <a:gd name="connsiteX2" fmla="*/ 6115050 w 6115050"/>
              <a:gd name="connsiteY2" fmla="*/ 3603171 h 6868886"/>
              <a:gd name="connsiteX3" fmla="*/ 5157107 w 6115050"/>
              <a:gd name="connsiteY3" fmla="*/ 6868886 h 6868886"/>
              <a:gd name="connsiteX4" fmla="*/ 0 w 6115050"/>
              <a:gd name="connsiteY4" fmla="*/ 6858000 h 6868886"/>
              <a:gd name="connsiteX5" fmla="*/ 2024742 w 6115050"/>
              <a:gd name="connsiteY5" fmla="*/ 0 h 6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15050" h="6868886">
                <a:moveTo>
                  <a:pt x="2024742" y="0"/>
                </a:moveTo>
                <a:lnTo>
                  <a:pt x="6115050" y="0"/>
                </a:lnTo>
                <a:lnTo>
                  <a:pt x="6115050" y="3603171"/>
                </a:lnTo>
                <a:lnTo>
                  <a:pt x="5157107" y="6868886"/>
                </a:lnTo>
                <a:lnTo>
                  <a:pt x="0" y="6858000"/>
                </a:lnTo>
                <a:lnTo>
                  <a:pt x="2024742" y="0"/>
                </a:lnTo>
                <a:close/>
              </a:path>
            </a:pathLst>
          </a:custGeom>
        </p:spPr>
        <p:txBody>
          <a:bodyPr>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3467008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E5D17C7-3503-7305-8191-20863B738898}"/>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55824" b="26760"/>
          <a:stretch/>
        </p:blipFill>
        <p:spPr>
          <a:xfrm>
            <a:off x="9229725" y="1835240"/>
            <a:ext cx="2962275" cy="5022760"/>
          </a:xfrm>
          <a:prstGeom prst="rect">
            <a:avLst/>
          </a:prstGeom>
        </p:spPr>
      </p:pic>
      <p:sp>
        <p:nvSpPr>
          <p:cNvPr id="14" name="Rectangle 13">
            <a:extLst>
              <a:ext uri="{FF2B5EF4-FFF2-40B4-BE49-F238E27FC236}">
                <a16:creationId xmlns:a16="http://schemas.microsoft.com/office/drawing/2014/main" id="{C76E1AE6-3E01-1CBD-CAEC-11056D00ADE5}"/>
              </a:ext>
              <a:ext uri="{C183D7F6-B498-43B3-948B-1728B52AA6E4}">
                <adec:decorative xmlns:adec="http://schemas.microsoft.com/office/drawing/2017/decorative" val="1"/>
              </a:ext>
            </a:extLst>
          </p:cNvPr>
          <p:cNvSpPr/>
          <p:nvPr userDrawn="1"/>
        </p:nvSpPr>
        <p:spPr>
          <a:xfrm>
            <a:off x="4443413" y="1835240"/>
            <a:ext cx="7000875" cy="42798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90E28F03-2149-7C50-779B-6A2D8D789AF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03" r="75060" b="10347"/>
          <a:stretch/>
        </p:blipFill>
        <p:spPr>
          <a:xfrm rot="16200000">
            <a:off x="149650" y="-149653"/>
            <a:ext cx="1672375" cy="1971675"/>
          </a:xfrm>
          <a:prstGeom prst="rect">
            <a:avLst/>
          </a:prstGeom>
        </p:spPr>
      </p:pic>
      <p:sp>
        <p:nvSpPr>
          <p:cNvPr id="10" name="Title 9">
            <a:extLst>
              <a:ext uri="{FF2B5EF4-FFF2-40B4-BE49-F238E27FC236}">
                <a16:creationId xmlns:a16="http://schemas.microsoft.com/office/drawing/2014/main" id="{CA4CAE4E-4252-8471-C50B-1DD5AFBFECCA}"/>
              </a:ext>
            </a:extLst>
          </p:cNvPr>
          <p:cNvSpPr>
            <a:spLocks noGrp="1"/>
          </p:cNvSpPr>
          <p:nvPr>
            <p:ph type="title" hasCustomPrompt="1"/>
          </p:nvPr>
        </p:nvSpPr>
        <p:spPr>
          <a:xfrm>
            <a:off x="914399" y="365125"/>
            <a:ext cx="10363202" cy="1603462"/>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E493CE42-5465-91AC-A1F4-A4821AE37A9C}"/>
              </a:ext>
            </a:extLst>
          </p:cNvPr>
          <p:cNvSpPr>
            <a:spLocks noGrp="1"/>
          </p:cNvSpPr>
          <p:nvPr>
            <p:ph sz="quarter" idx="10" hasCustomPrompt="1"/>
          </p:nvPr>
        </p:nvSpPr>
        <p:spPr>
          <a:xfrm>
            <a:off x="914399" y="2022250"/>
            <a:ext cx="3299013" cy="391491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able Placeholder 12">
            <a:extLst>
              <a:ext uri="{FF2B5EF4-FFF2-40B4-BE49-F238E27FC236}">
                <a16:creationId xmlns:a16="http://schemas.microsoft.com/office/drawing/2014/main" id="{156A00B1-F3E3-B7FF-58F4-61DE3EF07C07}"/>
              </a:ext>
            </a:extLst>
          </p:cNvPr>
          <p:cNvSpPr>
            <a:spLocks noGrp="1"/>
          </p:cNvSpPr>
          <p:nvPr>
            <p:ph type="tbl" sz="quarter" idx="11" hasCustomPrompt="1"/>
          </p:nvPr>
        </p:nvSpPr>
        <p:spPr>
          <a:xfrm>
            <a:off x="4602163" y="2017713"/>
            <a:ext cx="6675437" cy="3932237"/>
          </a:xfrm>
        </p:spPr>
        <p:txBody>
          <a:bodyPr>
            <a:normAutofit/>
          </a:bodyPr>
          <a:lstStyle>
            <a:lvl1pPr>
              <a:defRPr sz="2000"/>
            </a:lvl1pPr>
          </a:lstStyle>
          <a:p>
            <a:r>
              <a:rPr lang="en-US" dirty="0"/>
              <a:t>Click icon to insert table</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056214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3">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13A42171-0D82-07BF-4667-498861CC2AFB}"/>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34408" r="46636" b="1"/>
          <a:stretch/>
        </p:blipFill>
        <p:spPr>
          <a:xfrm flipH="1" flipV="1">
            <a:off x="10506072" y="3984078"/>
            <a:ext cx="1685928" cy="2873921"/>
          </a:xfrm>
          <a:prstGeom prst="rect">
            <a:avLst/>
          </a:prstGeom>
        </p:spPr>
      </p:pic>
      <p:pic>
        <p:nvPicPr>
          <p:cNvPr id="9" name="Graphic 8">
            <a:extLst>
              <a:ext uri="{FF2B5EF4-FFF2-40B4-BE49-F238E27FC236}">
                <a16:creationId xmlns:a16="http://schemas.microsoft.com/office/drawing/2014/main" id="{13C71A0D-EE6D-54C4-71DE-04BE28558058}"/>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9718" t="47145" r="39389" b="8754"/>
          <a:stretch/>
        </p:blipFill>
        <p:spPr>
          <a:xfrm rot="5400000" flipV="1">
            <a:off x="9781526" y="-311511"/>
            <a:ext cx="2098964" cy="2721985"/>
          </a:xfrm>
          <a:prstGeom prst="rect">
            <a:avLst/>
          </a:prstGeom>
        </p:spPr>
      </p:pic>
      <p:sp>
        <p:nvSpPr>
          <p:cNvPr id="10" name="Title 9">
            <a:extLst>
              <a:ext uri="{FF2B5EF4-FFF2-40B4-BE49-F238E27FC236}">
                <a16:creationId xmlns:a16="http://schemas.microsoft.com/office/drawing/2014/main" id="{3F82FA92-501B-5A05-E15F-2FB9BCEBE312}"/>
              </a:ext>
            </a:extLst>
          </p:cNvPr>
          <p:cNvSpPr>
            <a:spLocks noGrp="1"/>
          </p:cNvSpPr>
          <p:nvPr>
            <p:ph type="title" hasCustomPrompt="1"/>
          </p:nvPr>
        </p:nvSpPr>
        <p:spPr>
          <a:xfrm>
            <a:off x="891990" y="434225"/>
            <a:ext cx="9524998" cy="149962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B463EEE0-BE31-122C-586C-8BA8D90371E6}"/>
              </a:ext>
            </a:extLst>
          </p:cNvPr>
          <p:cNvSpPr>
            <a:spLocks noGrp="1"/>
          </p:cNvSpPr>
          <p:nvPr>
            <p:ph sz="quarter" idx="10" hasCustomPrompt="1"/>
          </p:nvPr>
        </p:nvSpPr>
        <p:spPr>
          <a:xfrm>
            <a:off x="914399" y="2022250"/>
            <a:ext cx="6257366" cy="3914910"/>
          </a:xfrm>
        </p:spPr>
        <p:txBody>
          <a:bodyPr>
            <a:normAutofit/>
          </a:bodyPr>
          <a:lstStyle>
            <a:lvl1pPr marL="0" indent="0">
              <a:spcBef>
                <a:spcPts val="0"/>
              </a:spcBef>
              <a:spcAft>
                <a:spcPts val="1200"/>
              </a:spcAft>
              <a:buNone/>
              <a:defRPr sz="2000" b="0"/>
            </a:lvl1pPr>
            <a:lvl2pPr marL="228600">
              <a:spcBef>
                <a:spcPts val="0"/>
              </a:spcBef>
              <a:spcAft>
                <a:spcPts val="1200"/>
              </a:spcAft>
              <a:defRPr sz="2000" b="0"/>
            </a:lvl2pPr>
            <a:lvl3pPr marL="685800">
              <a:spcBef>
                <a:spcPts val="0"/>
              </a:spcBef>
              <a:spcAft>
                <a:spcPts val="1200"/>
              </a:spcAft>
              <a:defRPr sz="1800" b="0"/>
            </a:lvl3pPr>
            <a:lvl4pPr marL="914400">
              <a:spcBef>
                <a:spcPts val="0"/>
              </a:spcBef>
              <a:spcAft>
                <a:spcPts val="1200"/>
              </a:spcAft>
              <a:defRPr sz="1600" b="0"/>
            </a:lvl4pPr>
            <a:lvl5pPr marL="1143000">
              <a:spcBef>
                <a:spcPts val="0"/>
              </a:spcBef>
              <a:spcAft>
                <a:spcPts val="1200"/>
              </a:spcAft>
              <a:defRPr sz="16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52C157D5-2C68-BA6A-033B-A4CC016CA68F}"/>
              </a:ext>
            </a:extLst>
          </p:cNvPr>
          <p:cNvSpPr>
            <a:spLocks noGrp="1"/>
          </p:cNvSpPr>
          <p:nvPr>
            <p:ph sz="quarter" idx="11" hasCustomPrompt="1"/>
          </p:nvPr>
        </p:nvSpPr>
        <p:spPr>
          <a:xfrm>
            <a:off x="7967475" y="2018119"/>
            <a:ext cx="2449514" cy="3931919"/>
          </a:xfrm>
        </p:spPr>
        <p:txBody>
          <a:bodyPr>
            <a:normAutofit/>
          </a:bodyPr>
          <a:lstStyle>
            <a:lvl1pPr>
              <a:spcBef>
                <a:spcPts val="0"/>
              </a:spcBef>
              <a:spcAft>
                <a:spcPts val="1200"/>
              </a:spcAft>
              <a:defRPr sz="2000" b="1"/>
            </a:lvl1pPr>
            <a:lvl2pPr marL="411480">
              <a:spcBef>
                <a:spcPts val="0"/>
              </a:spcBef>
              <a:spcAft>
                <a:spcPts val="1200"/>
              </a:spcAft>
              <a:defRPr sz="1800" b="1"/>
            </a:lvl2pPr>
            <a:lvl3pPr marL="502920">
              <a:spcBef>
                <a:spcPts val="0"/>
              </a:spcBef>
              <a:spcAft>
                <a:spcPts val="1200"/>
              </a:spcAft>
              <a:defRPr sz="1600" b="1"/>
            </a:lvl3pPr>
            <a:lvl4pPr marL="594360">
              <a:spcBef>
                <a:spcPts val="0"/>
              </a:spcBef>
              <a:spcAft>
                <a:spcPts val="1200"/>
              </a:spcAft>
              <a:defRPr sz="1400" b="1"/>
            </a:lvl4pPr>
            <a:lvl5pPr marL="685800">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119842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5CC9A46-E0E7-B31D-3E27-6F4303A45A9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18052" r="46636"/>
          <a:stretch/>
        </p:blipFill>
        <p:spPr>
          <a:xfrm rot="16200000" flipH="1" flipV="1">
            <a:off x="9553763" y="-952310"/>
            <a:ext cx="1685928" cy="3590547"/>
          </a:xfrm>
          <a:prstGeom prst="rect">
            <a:avLst/>
          </a:prstGeom>
        </p:spPr>
      </p:pic>
      <p:sp>
        <p:nvSpPr>
          <p:cNvPr id="7" name="Title 6">
            <a:extLst>
              <a:ext uri="{FF2B5EF4-FFF2-40B4-BE49-F238E27FC236}">
                <a16:creationId xmlns:a16="http://schemas.microsoft.com/office/drawing/2014/main" id="{767669DC-4C7F-9B50-FCC0-F2AF5B2A9509}"/>
              </a:ext>
            </a:extLst>
          </p:cNvPr>
          <p:cNvSpPr>
            <a:spLocks noGrp="1"/>
          </p:cNvSpPr>
          <p:nvPr>
            <p:ph type="title" hasCustomPrompt="1"/>
          </p:nvPr>
        </p:nvSpPr>
        <p:spPr>
          <a:xfrm>
            <a:off x="923545" y="584477"/>
            <a:ext cx="10354052" cy="1209765"/>
          </a:xfrm>
        </p:spPr>
        <p:txBody>
          <a:bodyPr>
            <a:normAutofit/>
          </a:bodyPr>
          <a:lstStyle>
            <a:lvl1pPr>
              <a:defRPr sz="3200"/>
            </a:lvl1pPr>
          </a:lstStyle>
          <a:p>
            <a:r>
              <a:rPr lang="en-US" dirty="0"/>
              <a:t>Click to add title</a:t>
            </a:r>
          </a:p>
        </p:txBody>
      </p:sp>
      <p:sp>
        <p:nvSpPr>
          <p:cNvPr id="9" name="Table Placeholder 8">
            <a:extLst>
              <a:ext uri="{FF2B5EF4-FFF2-40B4-BE49-F238E27FC236}">
                <a16:creationId xmlns:a16="http://schemas.microsoft.com/office/drawing/2014/main" id="{BEF581C2-7562-2E21-E6DD-20AEFC43AABC}"/>
              </a:ext>
            </a:extLst>
          </p:cNvPr>
          <p:cNvSpPr>
            <a:spLocks noGrp="1"/>
          </p:cNvSpPr>
          <p:nvPr>
            <p:ph type="tbl" sz="quarter" idx="10"/>
          </p:nvPr>
        </p:nvSpPr>
        <p:spPr>
          <a:xfrm>
            <a:off x="923545" y="2009775"/>
            <a:ext cx="10354052" cy="3931920"/>
          </a:xfrm>
        </p:spPr>
        <p:txBody>
          <a:bodyPr>
            <a:normAutofit/>
          </a:bodyPr>
          <a:lstStyle>
            <a:lvl1pPr>
              <a:defRPr sz="2400"/>
            </a:lvl1pPr>
          </a:lstStyle>
          <a:p>
            <a:r>
              <a:rPr lang="en-US"/>
              <a:t>Click icon to add table</a:t>
            </a:r>
            <a:endParaRPr lang="en-US" dirty="0"/>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16384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2">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A3E8B6-2BD8-19E0-7F51-7A25EF836F8C}"/>
              </a:ext>
            </a:extLst>
          </p:cNvPr>
          <p:cNvSpPr>
            <a:spLocks noGrp="1"/>
          </p:cNvSpPr>
          <p:nvPr>
            <p:ph type="title" hasCustomPrompt="1"/>
          </p:nvPr>
        </p:nvSpPr>
        <p:spPr>
          <a:xfrm>
            <a:off x="6091515" y="374090"/>
            <a:ext cx="5057104" cy="3624984"/>
          </a:xfrm>
        </p:spPr>
        <p:txBody>
          <a:bodyPr anchor="b">
            <a:normAutofit/>
          </a:bodyPr>
          <a:lstStyle>
            <a:lvl1pPr>
              <a:defRPr sz="4800">
                <a:solidFill>
                  <a:schemeClr val="bg1"/>
                </a:solidFill>
              </a:defRPr>
            </a:lvl1pPr>
          </a:lstStyle>
          <a:p>
            <a:r>
              <a:rPr lang="en-US" dirty="0"/>
              <a:t>Click to add title</a:t>
            </a:r>
          </a:p>
        </p:txBody>
      </p:sp>
      <p:sp>
        <p:nvSpPr>
          <p:cNvPr id="8" name="Content Placeholder 2">
            <a:extLst>
              <a:ext uri="{FF2B5EF4-FFF2-40B4-BE49-F238E27FC236}">
                <a16:creationId xmlns:a16="http://schemas.microsoft.com/office/drawing/2014/main" id="{B1F96043-F6A4-F581-7DB8-96138F0E4011}"/>
              </a:ext>
            </a:extLst>
          </p:cNvPr>
          <p:cNvSpPr>
            <a:spLocks noGrp="1"/>
          </p:cNvSpPr>
          <p:nvPr>
            <p:ph idx="1" hasCustomPrompt="1"/>
          </p:nvPr>
        </p:nvSpPr>
        <p:spPr>
          <a:xfrm>
            <a:off x="6091514" y="4172989"/>
            <a:ext cx="5057103" cy="2519363"/>
          </a:xfrm>
        </p:spPr>
        <p:txBody>
          <a:bodyPr>
            <a:normAutofit/>
          </a:bodyPr>
          <a:lstStyle>
            <a:lvl1pPr marL="0" indent="0">
              <a:lnSpc>
                <a:spcPct val="90000"/>
              </a:lnSpc>
              <a:spcBef>
                <a:spcPts val="0"/>
              </a:spcBef>
              <a:spcAft>
                <a:spcPts val="0"/>
              </a:spcAft>
              <a:buNone/>
              <a:defRPr sz="2000" baseline="0">
                <a:solidFill>
                  <a:schemeClr val="bg1"/>
                </a:solidFill>
              </a:defRPr>
            </a:lvl1pPr>
            <a:lvl2pPr marL="742950" indent="-285750">
              <a:lnSpc>
                <a:spcPct val="90000"/>
              </a:lnSpc>
              <a:spcBef>
                <a:spcPts val="0"/>
              </a:spcBef>
              <a:spcAft>
                <a:spcPts val="0"/>
              </a:spcAft>
              <a:buFont typeface="Arial" panose="020B0604020202020204" pitchFamily="34" charset="0"/>
              <a:buChar char="•"/>
              <a:defRPr sz="1800" baseline="0">
                <a:solidFill>
                  <a:schemeClr val="bg1"/>
                </a:solidFill>
              </a:defRPr>
            </a:lvl2pPr>
            <a:lvl3pPr marL="1200150" indent="-285750">
              <a:lnSpc>
                <a:spcPct val="90000"/>
              </a:lnSpc>
              <a:spcBef>
                <a:spcPts val="0"/>
              </a:spcBef>
              <a:spcAft>
                <a:spcPts val="0"/>
              </a:spcAft>
              <a:buFont typeface="Arial" panose="020B0604020202020204" pitchFamily="34" charset="0"/>
              <a:buChar char="•"/>
              <a:defRPr sz="1600" baseline="0">
                <a:solidFill>
                  <a:schemeClr val="bg1"/>
                </a:solidFill>
              </a:defRPr>
            </a:lvl3pPr>
            <a:lvl4pPr marL="1657350" indent="-285750">
              <a:lnSpc>
                <a:spcPct val="90000"/>
              </a:lnSpc>
              <a:spcBef>
                <a:spcPts val="0"/>
              </a:spcBef>
              <a:spcAft>
                <a:spcPts val="0"/>
              </a:spcAft>
              <a:buFont typeface="Arial" panose="020B0604020202020204" pitchFamily="34" charset="0"/>
              <a:buChar char="•"/>
              <a:defRPr sz="1400" baseline="0">
                <a:solidFill>
                  <a:schemeClr val="bg1"/>
                </a:solidFill>
              </a:defRPr>
            </a:lvl4pPr>
            <a:lvl5pPr marL="2000250" indent="-171450">
              <a:lnSpc>
                <a:spcPct val="90000"/>
              </a:lnSpc>
              <a:spcBef>
                <a:spcPts val="0"/>
              </a:spcBef>
              <a:spcAft>
                <a:spcPts val="0"/>
              </a:spcAft>
              <a:buFont typeface="Arial" panose="020B0604020202020204" pitchFamily="34" charset="0"/>
              <a:buChar char="•"/>
              <a:defRPr sz="1200" baseline="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C805DE67-EFB0-F6F3-6C08-2FE90284C31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151" r="18577"/>
          <a:stretch/>
        </p:blipFill>
        <p:spPr>
          <a:xfrm flipH="1">
            <a:off x="0" y="0"/>
            <a:ext cx="5181600" cy="6858000"/>
          </a:xfrm>
          <a:prstGeom prst="rect">
            <a:avLst/>
          </a:prstGeom>
        </p:spPr>
      </p:pic>
    </p:spTree>
    <p:extLst>
      <p:ext uri="{BB962C8B-B14F-4D97-AF65-F5344CB8AC3E}">
        <p14:creationId xmlns:p14="http://schemas.microsoft.com/office/powerpoint/2010/main" val="2470347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06"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2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40D96-BFFB-05BD-30ED-0352500CD058}"/>
              </a:ext>
            </a:extLst>
          </p:cNvPr>
          <p:cNvSpPr>
            <a:spLocks noGrp="1"/>
          </p:cNvSpPr>
          <p:nvPr>
            <p:ph type="title"/>
          </p:nvPr>
        </p:nvSpPr>
        <p:spPr>
          <a:xfrm>
            <a:off x="6096000" y="2773681"/>
            <a:ext cx="5674360" cy="3200400"/>
          </a:xfrm>
        </p:spPr>
        <p:txBody>
          <a:bodyPr/>
          <a:lstStyle/>
          <a:p>
            <a:r>
              <a:rPr lang="en-US" dirty="0"/>
              <a:t>React hooks</a:t>
            </a:r>
          </a:p>
        </p:txBody>
      </p:sp>
    </p:spTree>
    <p:extLst>
      <p:ext uri="{BB962C8B-B14F-4D97-AF65-F5344CB8AC3E}">
        <p14:creationId xmlns:p14="http://schemas.microsoft.com/office/powerpoint/2010/main" val="2945390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74D05E-8A36-8D9F-519E-DB514A69D886}"/>
              </a:ext>
            </a:extLst>
          </p:cNvPr>
          <p:cNvSpPr>
            <a:spLocks noGrp="1"/>
          </p:cNvSpPr>
          <p:nvPr>
            <p:ph type="title"/>
          </p:nvPr>
        </p:nvSpPr>
        <p:spPr>
          <a:xfrm>
            <a:off x="914400" y="315533"/>
            <a:ext cx="5181600" cy="2376868"/>
          </a:xfrm>
        </p:spPr>
        <p:txBody>
          <a:bodyPr/>
          <a:lstStyle/>
          <a:p>
            <a:r>
              <a:rPr lang="en-US" dirty="0"/>
              <a:t>Introduction</a:t>
            </a:r>
          </a:p>
        </p:txBody>
      </p:sp>
      <p:sp>
        <p:nvSpPr>
          <p:cNvPr id="2" name="Slide Number Placeholder 1">
            <a:extLst>
              <a:ext uri="{FF2B5EF4-FFF2-40B4-BE49-F238E27FC236}">
                <a16:creationId xmlns:a16="http://schemas.microsoft.com/office/drawing/2014/main" id="{00255621-1D81-03E6-507B-CB20E070356A}"/>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2</a:t>
            </a:fld>
            <a:endParaRPr lang="en-US" dirty="0"/>
          </a:p>
        </p:txBody>
      </p:sp>
      <p:sp>
        <p:nvSpPr>
          <p:cNvPr id="5" name="Rectangle 1">
            <a:extLst>
              <a:ext uri="{FF2B5EF4-FFF2-40B4-BE49-F238E27FC236}">
                <a16:creationId xmlns:a16="http://schemas.microsoft.com/office/drawing/2014/main" id="{C32B8C8C-3F86-15F4-84D3-CA82C1B77998}"/>
              </a:ext>
            </a:extLst>
          </p:cNvPr>
          <p:cNvSpPr>
            <a:spLocks noGrp="1" noChangeArrowheads="1"/>
          </p:cNvSpPr>
          <p:nvPr>
            <p:ph sz="quarter" idx="10"/>
          </p:nvPr>
        </p:nvSpPr>
        <p:spPr bwMode="auto">
          <a:xfrm>
            <a:off x="914400" y="2878537"/>
            <a:ext cx="4833258"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Hooks are </a:t>
            </a:r>
            <a:r>
              <a:rPr kumimoji="0" lang="en-US" altLang="en-US" i="0" u="none" strike="noStrike" cap="none" normalizeH="0" baseline="0" dirty="0">
                <a:ln>
                  <a:noFill/>
                </a:ln>
                <a:solidFill>
                  <a:schemeClr val="tx1"/>
                </a:solidFill>
                <a:effectLst/>
              </a:rPr>
              <a:t>special functions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rPr>
              <a:t>They allow functional components to:</a:t>
            </a:r>
          </a:p>
          <a:p>
            <a:pPr marL="1028700" lvl="1" indent="-342900" eaLnBrk="0" fontAlgn="base" hangingPunct="0">
              <a:lnSpc>
                <a:spcPct val="100000"/>
              </a:lnSpc>
              <a:spcBef>
                <a:spcPct val="0"/>
              </a:spcBef>
              <a:spcAft>
                <a:spcPct val="0"/>
              </a:spcAft>
            </a:pPr>
            <a:r>
              <a:rPr lang="en-US" altLang="en-US" sz="2000" dirty="0"/>
              <a:t>manage state</a:t>
            </a:r>
          </a:p>
          <a:p>
            <a:pPr marL="1028700" lvl="1" indent="-342900" eaLnBrk="0" fontAlgn="base" hangingPunct="0">
              <a:lnSpc>
                <a:spcPct val="100000"/>
              </a:lnSpc>
              <a:spcBef>
                <a:spcPct val="0"/>
              </a:spcBef>
              <a:spcAft>
                <a:spcPct val="0"/>
              </a:spcAft>
            </a:pPr>
            <a:r>
              <a:rPr lang="en-US" altLang="en-US" sz="2000" dirty="0"/>
              <a:t>handle side effects</a:t>
            </a:r>
          </a:p>
          <a:p>
            <a:pPr marL="1028700" lvl="1" indent="-342900" eaLnBrk="0" fontAlgn="base" hangingPunct="0">
              <a:lnSpc>
                <a:spcPct val="100000"/>
              </a:lnSpc>
              <a:spcBef>
                <a:spcPct val="0"/>
              </a:spcBef>
              <a:spcAft>
                <a:spcPct val="0"/>
              </a:spcAft>
            </a:pPr>
            <a:r>
              <a:rPr lang="en-US" altLang="en-US" sz="2000" dirty="0"/>
              <a:t>access React features</a:t>
            </a:r>
            <a:endParaRPr kumimoji="0" lang="en-US" altLang="en-US" sz="200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rPr>
              <a:t>Hooks replace most class component use cases</a:t>
            </a:r>
          </a:p>
          <a:p>
            <a:pPr marL="342900" lvl="0" indent="-342900" eaLnBrk="0" fontAlgn="base" hangingPunct="0">
              <a:lnSpc>
                <a:spcPct val="100000"/>
              </a:lnSpc>
              <a:spcBef>
                <a:spcPct val="0"/>
              </a:spcBef>
              <a:spcAft>
                <a:spcPct val="0"/>
              </a:spcAft>
              <a:buFont typeface="Arial" panose="020B0604020202020204" pitchFamily="34" charset="0"/>
              <a:buChar char="•"/>
            </a:pPr>
            <a:r>
              <a:rPr lang="en-US" dirty="0"/>
              <a:t>Before hooks, we needed class components for state and lifecycle.</a:t>
            </a:r>
          </a:p>
          <a:p>
            <a:pPr marL="342900" lvl="0" indent="-342900" eaLnBrk="0" fontAlgn="base" hangingPunct="0">
              <a:lnSpc>
                <a:spcPct val="100000"/>
              </a:lnSpc>
              <a:spcBef>
                <a:spcPct val="0"/>
              </a:spcBef>
              <a:spcAft>
                <a:spcPct val="0"/>
              </a:spcAft>
              <a:buFont typeface="Arial" panose="020B0604020202020204" pitchFamily="34" charset="0"/>
              <a:buChar char="•"/>
            </a:pPr>
            <a:r>
              <a:rPr lang="en-US" dirty="0"/>
              <a:t>Hooks allow us to do everything inside simple JavaScript functions</a:t>
            </a:r>
            <a:endParaRPr kumimoji="0" lang="en-US" altLang="en-US"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542059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E4F0B-A6EB-861C-1C34-CAA9BDE47858}"/>
              </a:ext>
            </a:extLst>
          </p:cNvPr>
          <p:cNvSpPr>
            <a:spLocks noGrp="1"/>
          </p:cNvSpPr>
          <p:nvPr>
            <p:ph type="title"/>
          </p:nvPr>
        </p:nvSpPr>
        <p:spPr/>
        <p:txBody>
          <a:bodyPr/>
          <a:lstStyle/>
          <a:p>
            <a:r>
              <a:rPr lang="en-US" sz="3200" dirty="0"/>
              <a:t>rules</a:t>
            </a:r>
          </a:p>
        </p:txBody>
      </p:sp>
      <p:sp>
        <p:nvSpPr>
          <p:cNvPr id="4" name="Slide Number Placeholder 3">
            <a:extLst>
              <a:ext uri="{FF2B5EF4-FFF2-40B4-BE49-F238E27FC236}">
                <a16:creationId xmlns:a16="http://schemas.microsoft.com/office/drawing/2014/main" id="{6FE0D061-7327-A55C-AF6A-A95C24DD8B72}"/>
              </a:ext>
            </a:extLst>
          </p:cNvPr>
          <p:cNvSpPr>
            <a:spLocks noGrp="1"/>
          </p:cNvSpPr>
          <p:nvPr>
            <p:ph type="sldNum" sz="quarter" idx="4"/>
          </p:nvPr>
        </p:nvSpPr>
        <p:spPr/>
        <p:txBody>
          <a:bodyPr/>
          <a:lstStyle/>
          <a:p>
            <a:fld id="{B5CEABB6-07DC-46E8-9B57-56EC44A396E5}" type="slidenum">
              <a:rPr lang="en-US" smtClean="0"/>
              <a:pPr/>
              <a:t>3</a:t>
            </a:fld>
            <a:endParaRPr lang="en-US" dirty="0"/>
          </a:p>
        </p:txBody>
      </p:sp>
      <p:sp>
        <p:nvSpPr>
          <p:cNvPr id="6" name="Rectangle 2">
            <a:extLst>
              <a:ext uri="{FF2B5EF4-FFF2-40B4-BE49-F238E27FC236}">
                <a16:creationId xmlns:a16="http://schemas.microsoft.com/office/drawing/2014/main" id="{4C9E85C2-C2F4-FB9C-44AE-A5DE48CD101B}"/>
              </a:ext>
            </a:extLst>
          </p:cNvPr>
          <p:cNvSpPr>
            <a:spLocks noGrp="1" noChangeArrowheads="1"/>
          </p:cNvSpPr>
          <p:nvPr>
            <p:ph sz="quarter" idx="10"/>
          </p:nvPr>
        </p:nvSpPr>
        <p:spPr bwMode="auto">
          <a:xfrm>
            <a:off x="914399" y="1614667"/>
            <a:ext cx="756038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rPr>
              <a:t>Only call hooks:</a:t>
            </a:r>
          </a:p>
          <a:p>
            <a:pPr lvl="1"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rPr>
              <a:t>at the </a:t>
            </a:r>
            <a:r>
              <a:rPr kumimoji="0" lang="en-US" altLang="en-US" sz="2400" b="1" i="0" u="none" strike="noStrike" cap="none" normalizeH="0" baseline="0" dirty="0">
                <a:ln>
                  <a:noFill/>
                </a:ln>
                <a:solidFill>
                  <a:schemeClr val="tx1"/>
                </a:solidFill>
                <a:effectLst/>
              </a:rPr>
              <a:t>top level</a:t>
            </a:r>
            <a:endParaRPr kumimoji="0" lang="en-US" altLang="en-US" sz="2400" b="0" i="0" u="none" strike="noStrike" cap="none" normalizeH="0" baseline="0" dirty="0">
              <a:ln>
                <a:noFill/>
              </a:ln>
              <a:solidFill>
                <a:schemeClr val="tx1"/>
              </a:solidFill>
              <a:effectLst/>
            </a:endParaRPr>
          </a:p>
          <a:p>
            <a:pPr lvl="1"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rPr>
              <a:t>inside </a:t>
            </a:r>
            <a:r>
              <a:rPr kumimoji="0" lang="en-US" altLang="en-US" sz="2400" b="1" i="0" u="none" strike="noStrike" cap="none" normalizeH="0" baseline="0" dirty="0">
                <a:ln>
                  <a:noFill/>
                </a:ln>
                <a:solidFill>
                  <a:schemeClr val="tx1"/>
                </a:solidFill>
                <a:effectLst/>
              </a:rPr>
              <a:t>React components</a:t>
            </a:r>
            <a:endParaRPr kumimoji="0" lang="en-US" altLang="en-US" sz="24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rPr>
              <a:t>Never call hooks:</a:t>
            </a:r>
          </a:p>
          <a:p>
            <a:pPr lvl="1"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rPr>
              <a:t>inside loops</a:t>
            </a:r>
          </a:p>
          <a:p>
            <a:pPr lvl="1"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rPr>
              <a:t>inside conditions</a:t>
            </a:r>
          </a:p>
          <a:p>
            <a:pPr lvl="1"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rPr>
              <a:t>inside nested functions</a:t>
            </a:r>
          </a:p>
          <a:p>
            <a:pPr marL="457200" lvl="1" indent="0" eaLnBrk="0" fontAlgn="base" hangingPunct="0">
              <a:lnSpc>
                <a:spcPct val="100000"/>
              </a:lnSpc>
              <a:spcBef>
                <a:spcPct val="0"/>
              </a:spcBef>
              <a:spcAft>
                <a:spcPct val="0"/>
              </a:spcAft>
              <a:buNone/>
            </a:pPr>
            <a:endParaRPr kumimoji="0" lang="en-US" altLang="en-US" sz="2400" b="0" i="0" u="none" strike="noStrike" cap="none" normalizeH="0" baseline="0" dirty="0">
              <a:ln>
                <a:noFill/>
              </a:ln>
              <a:solidFill>
                <a:schemeClr val="tx1"/>
              </a:solidFill>
              <a:effectLst/>
            </a:endParaRPr>
          </a:p>
          <a:p>
            <a:pPr marL="0" lvl="0" indent="0" eaLnBrk="0" fontAlgn="base" hangingPunct="0">
              <a:lnSpc>
                <a:spcPct val="100000"/>
              </a:lnSpc>
              <a:spcBef>
                <a:spcPct val="0"/>
              </a:spcBef>
              <a:spcAft>
                <a:spcPct val="0"/>
              </a:spcAft>
              <a:buNone/>
            </a:pPr>
            <a:r>
              <a:rPr lang="en-US" sz="2400" dirty="0"/>
              <a:t>These rules ensure React can track hook calls correctly.</a:t>
            </a: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412000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846B8-99EF-6144-1938-440002651D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6830A2-0659-B3E9-6DF2-5643A36B4612}"/>
              </a:ext>
            </a:extLst>
          </p:cNvPr>
          <p:cNvSpPr>
            <a:spLocks noGrp="1"/>
          </p:cNvSpPr>
          <p:nvPr>
            <p:ph type="title"/>
          </p:nvPr>
        </p:nvSpPr>
        <p:spPr/>
        <p:txBody>
          <a:bodyPr/>
          <a:lstStyle/>
          <a:p>
            <a:r>
              <a:rPr lang="en-US" sz="3200" dirty="0" err="1"/>
              <a:t>usestate</a:t>
            </a:r>
            <a:endParaRPr lang="en-US" sz="3200" dirty="0"/>
          </a:p>
        </p:txBody>
      </p:sp>
      <p:sp>
        <p:nvSpPr>
          <p:cNvPr id="4" name="Slide Number Placeholder 3">
            <a:extLst>
              <a:ext uri="{FF2B5EF4-FFF2-40B4-BE49-F238E27FC236}">
                <a16:creationId xmlns:a16="http://schemas.microsoft.com/office/drawing/2014/main" id="{432B508C-C5DB-BA2F-DBFE-D37B95A693D5}"/>
              </a:ext>
            </a:extLst>
          </p:cNvPr>
          <p:cNvSpPr>
            <a:spLocks noGrp="1"/>
          </p:cNvSpPr>
          <p:nvPr>
            <p:ph type="sldNum" sz="quarter" idx="4"/>
          </p:nvPr>
        </p:nvSpPr>
        <p:spPr/>
        <p:txBody>
          <a:bodyPr/>
          <a:lstStyle/>
          <a:p>
            <a:fld id="{B5CEABB6-07DC-46E8-9B57-56EC44A396E5}" type="slidenum">
              <a:rPr lang="en-US" smtClean="0"/>
              <a:pPr/>
              <a:t>4</a:t>
            </a:fld>
            <a:endParaRPr lang="en-US" dirty="0"/>
          </a:p>
        </p:txBody>
      </p:sp>
      <p:sp>
        <p:nvSpPr>
          <p:cNvPr id="3" name="Rectangle 1">
            <a:extLst>
              <a:ext uri="{FF2B5EF4-FFF2-40B4-BE49-F238E27FC236}">
                <a16:creationId xmlns:a16="http://schemas.microsoft.com/office/drawing/2014/main" id="{CEE65C78-C782-0D80-8D07-8B08E78951C4}"/>
              </a:ext>
            </a:extLst>
          </p:cNvPr>
          <p:cNvSpPr>
            <a:spLocks noGrp="1" noChangeArrowheads="1"/>
          </p:cNvSpPr>
          <p:nvPr>
            <p:ph sz="quarter" idx="10"/>
          </p:nvPr>
        </p:nvSpPr>
        <p:spPr bwMode="auto">
          <a:xfrm>
            <a:off x="914398" y="1673125"/>
            <a:ext cx="6324601"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400" b="0" i="0" u="none" strike="noStrike" cap="none" normalizeH="0" baseline="0" dirty="0" err="1">
                <a:ln>
                  <a:noFill/>
                </a:ln>
                <a:solidFill>
                  <a:schemeClr val="tx1"/>
                </a:solidFill>
                <a:effectLst/>
              </a:rPr>
              <a:t>useState</a:t>
            </a:r>
            <a:r>
              <a:rPr kumimoji="0" lang="en-US" altLang="en-US" sz="2400" b="0" i="0" u="none" strike="noStrike" cap="none" normalizeH="0" baseline="0" dirty="0">
                <a:ln>
                  <a:noFill/>
                </a:ln>
                <a:solidFill>
                  <a:schemeClr val="tx1"/>
                </a:solidFill>
                <a:effectLst/>
              </a:rPr>
              <a:t> allows components to:</a:t>
            </a:r>
          </a:p>
          <a:p>
            <a:pPr lvl="1" eaLnBrk="0" fontAlgn="base" hangingPunct="0">
              <a:lnSpc>
                <a:spcPct val="100000"/>
              </a:lnSpc>
              <a:spcBef>
                <a:spcPct val="0"/>
              </a:spcBef>
              <a:spcAft>
                <a:spcPct val="0"/>
              </a:spcAft>
            </a:pPr>
            <a:r>
              <a:rPr lang="en-US" altLang="en-US" sz="2200" dirty="0"/>
              <a:t>store data</a:t>
            </a:r>
          </a:p>
          <a:p>
            <a:pPr lvl="1" eaLnBrk="0" fontAlgn="base" hangingPunct="0">
              <a:lnSpc>
                <a:spcPct val="100000"/>
              </a:lnSpc>
              <a:spcBef>
                <a:spcPct val="0"/>
              </a:spcBef>
              <a:spcAft>
                <a:spcPct val="0"/>
              </a:spcAft>
            </a:pPr>
            <a:r>
              <a:rPr lang="en-US" altLang="en-US" sz="2200" dirty="0"/>
              <a:t>update UI when data changes</a:t>
            </a:r>
          </a:p>
          <a:p>
            <a:pPr lvl="1" eaLnBrk="0" fontAlgn="base" hangingPunct="0">
              <a:lnSpc>
                <a:spcPct val="100000"/>
              </a:lnSpc>
              <a:spcBef>
                <a:spcPct val="0"/>
              </a:spcBef>
              <a:spcAft>
                <a:spcPct val="0"/>
              </a:spcAft>
            </a:pPr>
            <a:r>
              <a:rPr lang="en-US" altLang="en-US" sz="2200" dirty="0"/>
              <a:t>Triggers re-render on update</a:t>
            </a:r>
            <a:endParaRPr kumimoji="0" lang="en-US" altLang="en-US" sz="24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r>
              <a:rPr lang="en-US" sz="2400" dirty="0"/>
              <a:t>State updates must be </a:t>
            </a:r>
            <a:r>
              <a:rPr lang="en-US" sz="2400" b="1" dirty="0"/>
              <a:t>immutable</a:t>
            </a:r>
            <a:r>
              <a:rPr lang="en-US" sz="2400" dirty="0"/>
              <a:t>.</a:t>
            </a:r>
            <a:endParaRPr kumimoji="0" lang="en-US" altLang="en-US" sz="2400" b="0" i="0" u="none" strike="noStrike" cap="none" normalizeH="0" baseline="0" dirty="0">
              <a:ln>
                <a:noFill/>
              </a:ln>
              <a:solidFill>
                <a:schemeClr val="tx1"/>
              </a:solidFill>
              <a:effectLst/>
            </a:endParaRPr>
          </a:p>
          <a:p>
            <a:pPr marL="457200" lvl="1" indent="0" eaLnBrk="0" fontAlgn="base" hangingPunct="0">
              <a:lnSpc>
                <a:spcPct val="100000"/>
              </a:lnSpc>
              <a:spcBef>
                <a:spcPct val="0"/>
              </a:spcBef>
              <a:spcAft>
                <a:spcPct val="0"/>
              </a:spcAft>
              <a:buNone/>
            </a:pPr>
            <a:endParaRPr kumimoji="0" lang="en-US" altLang="en-US" sz="2200" b="0" i="0" u="none" strike="noStrike" cap="none" normalizeH="0" baseline="0" dirty="0">
              <a:ln>
                <a:noFill/>
              </a:ln>
              <a:solidFill>
                <a:schemeClr val="tx1"/>
              </a:solidFill>
              <a:effectLst/>
            </a:endParaRPr>
          </a:p>
        </p:txBody>
      </p:sp>
      <p:sp>
        <p:nvSpPr>
          <p:cNvPr id="5" name="Title 1">
            <a:extLst>
              <a:ext uri="{FF2B5EF4-FFF2-40B4-BE49-F238E27FC236}">
                <a16:creationId xmlns:a16="http://schemas.microsoft.com/office/drawing/2014/main" id="{A324D981-1745-8CD9-D751-DEC849215C4C}"/>
              </a:ext>
            </a:extLst>
          </p:cNvPr>
          <p:cNvSpPr txBox="1">
            <a:spLocks/>
          </p:cNvSpPr>
          <p:nvPr/>
        </p:nvSpPr>
        <p:spPr>
          <a:xfrm>
            <a:off x="914398" y="3319680"/>
            <a:ext cx="7273637" cy="16465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n-US" dirty="0" err="1"/>
              <a:t>useeffect</a:t>
            </a:r>
            <a:endParaRPr lang="en-US" dirty="0"/>
          </a:p>
        </p:txBody>
      </p:sp>
      <p:sp>
        <p:nvSpPr>
          <p:cNvPr id="7" name="Rectangle 1">
            <a:extLst>
              <a:ext uri="{FF2B5EF4-FFF2-40B4-BE49-F238E27FC236}">
                <a16:creationId xmlns:a16="http://schemas.microsoft.com/office/drawing/2014/main" id="{4B08AEFF-39AA-A532-462B-FB2D0C99ACD1}"/>
              </a:ext>
            </a:extLst>
          </p:cNvPr>
          <p:cNvSpPr txBox="1">
            <a:spLocks noChangeArrowheads="1"/>
          </p:cNvSpPr>
          <p:nvPr/>
        </p:nvSpPr>
        <p:spPr bwMode="auto">
          <a:xfrm>
            <a:off x="914397" y="4569203"/>
            <a:ext cx="6324601" cy="794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lnSpc>
                <a:spcPct val="100000"/>
              </a:lnSpc>
              <a:spcBef>
                <a:spcPct val="0"/>
              </a:spcBef>
              <a:spcAft>
                <a:spcPct val="0"/>
              </a:spcAft>
            </a:pPr>
            <a:r>
              <a:rPr lang="en-IN" sz="2400" dirty="0"/>
              <a:t>Runs after render	</a:t>
            </a:r>
          </a:p>
          <a:p>
            <a:r>
              <a:rPr lang="en-IN" sz="2400" dirty="0"/>
              <a:t>Used for </a:t>
            </a:r>
            <a:r>
              <a:rPr lang="en-IN" sz="2400" b="1" dirty="0"/>
              <a:t>side effects</a:t>
            </a:r>
            <a:r>
              <a:rPr lang="en-US" sz="2400" dirty="0"/>
              <a:t>.</a:t>
            </a:r>
            <a:endParaRPr lang="en-US" altLang="en-US" sz="2400" dirty="0"/>
          </a:p>
        </p:txBody>
      </p:sp>
    </p:spTree>
    <p:extLst>
      <p:ext uri="{BB962C8B-B14F-4D97-AF65-F5344CB8AC3E}">
        <p14:creationId xmlns:p14="http://schemas.microsoft.com/office/powerpoint/2010/main" val="2450501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70FDE-519E-979F-FED9-A85F8224DC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738193-121C-367F-90C1-0ECBFEF98241}"/>
              </a:ext>
            </a:extLst>
          </p:cNvPr>
          <p:cNvSpPr>
            <a:spLocks noGrp="1"/>
          </p:cNvSpPr>
          <p:nvPr>
            <p:ph type="title"/>
          </p:nvPr>
        </p:nvSpPr>
        <p:spPr/>
        <p:txBody>
          <a:bodyPr/>
          <a:lstStyle/>
          <a:p>
            <a:r>
              <a:rPr lang="en-US" sz="3200" dirty="0" err="1"/>
              <a:t>useref</a:t>
            </a:r>
            <a:endParaRPr lang="en-US" sz="3200" dirty="0"/>
          </a:p>
        </p:txBody>
      </p:sp>
      <p:sp>
        <p:nvSpPr>
          <p:cNvPr id="4" name="Slide Number Placeholder 3">
            <a:extLst>
              <a:ext uri="{FF2B5EF4-FFF2-40B4-BE49-F238E27FC236}">
                <a16:creationId xmlns:a16="http://schemas.microsoft.com/office/drawing/2014/main" id="{A0EE6042-235D-35B2-023F-C5FF34AACA2F}"/>
              </a:ext>
            </a:extLst>
          </p:cNvPr>
          <p:cNvSpPr>
            <a:spLocks noGrp="1"/>
          </p:cNvSpPr>
          <p:nvPr>
            <p:ph type="sldNum" sz="quarter" idx="4"/>
          </p:nvPr>
        </p:nvSpPr>
        <p:spPr/>
        <p:txBody>
          <a:bodyPr/>
          <a:lstStyle/>
          <a:p>
            <a:fld id="{B5CEABB6-07DC-46E8-9B57-56EC44A396E5}" type="slidenum">
              <a:rPr lang="en-US" smtClean="0"/>
              <a:pPr/>
              <a:t>5</a:t>
            </a:fld>
            <a:endParaRPr lang="en-US" dirty="0"/>
          </a:p>
        </p:txBody>
      </p:sp>
      <p:sp>
        <p:nvSpPr>
          <p:cNvPr id="3" name="Rectangle 1">
            <a:extLst>
              <a:ext uri="{FF2B5EF4-FFF2-40B4-BE49-F238E27FC236}">
                <a16:creationId xmlns:a16="http://schemas.microsoft.com/office/drawing/2014/main" id="{97F6266E-CB74-9A46-6C3F-29A0FD4036F9}"/>
              </a:ext>
            </a:extLst>
          </p:cNvPr>
          <p:cNvSpPr>
            <a:spLocks noGrp="1" noChangeArrowheads="1"/>
          </p:cNvSpPr>
          <p:nvPr>
            <p:ph sz="quarter" idx="10"/>
          </p:nvPr>
        </p:nvSpPr>
        <p:spPr bwMode="auto">
          <a:xfrm>
            <a:off x="914399" y="1440417"/>
            <a:ext cx="8719459"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IN" sz="2200" dirty="0"/>
              <a:t>Stores </a:t>
            </a:r>
            <a:r>
              <a:rPr lang="en-IN" sz="2200" b="1" dirty="0"/>
              <a:t>mutable values</a:t>
            </a:r>
            <a:r>
              <a:rPr lang="en-IN" sz="2200" dirty="0"/>
              <a:t> – </a:t>
            </a:r>
            <a:r>
              <a:rPr lang="en-US" sz="2200" dirty="0"/>
              <a:t>The same ref object is returned by React on every render for the entire lifetime of the component instance. Unlike regular variables defined within the component body (which reset on each render), the ref object's value persists.</a:t>
            </a:r>
          </a:p>
          <a:p>
            <a:pPr marL="0" indent="0" eaLnBrk="0" fontAlgn="base" hangingPunct="0">
              <a:lnSpc>
                <a:spcPct val="100000"/>
              </a:lnSpc>
              <a:spcBef>
                <a:spcPct val="0"/>
              </a:spcBef>
              <a:spcAft>
                <a:spcPct val="0"/>
              </a:spcAft>
              <a:buNone/>
            </a:pPr>
            <a:r>
              <a:rPr lang="en-US" sz="2200" dirty="0"/>
              <a:t>	</a:t>
            </a:r>
            <a:r>
              <a:rPr lang="en-US" sz="2200" i="1" dirty="0"/>
              <a:t>let count = 0;  </a:t>
            </a:r>
            <a:r>
              <a:rPr lang="en-US" sz="2200" dirty="0"/>
              <a:t>(resets on every render)</a:t>
            </a:r>
          </a:p>
          <a:p>
            <a:pPr marL="0" indent="0" eaLnBrk="0" fontAlgn="base" hangingPunct="0">
              <a:lnSpc>
                <a:spcPct val="100000"/>
              </a:lnSpc>
              <a:spcBef>
                <a:spcPct val="0"/>
              </a:spcBef>
              <a:spcAft>
                <a:spcPct val="0"/>
              </a:spcAft>
              <a:buNone/>
            </a:pPr>
            <a:r>
              <a:rPr lang="en-US" sz="2200" dirty="0"/>
              <a:t>	</a:t>
            </a:r>
            <a:r>
              <a:rPr lang="en-US" sz="2200" i="1" dirty="0"/>
              <a:t>const </a:t>
            </a:r>
            <a:r>
              <a:rPr lang="en-US" sz="2200" i="1" dirty="0" err="1"/>
              <a:t>countRef</a:t>
            </a:r>
            <a:r>
              <a:rPr lang="en-US" sz="2200" i="1" dirty="0"/>
              <a:t> = </a:t>
            </a:r>
            <a:r>
              <a:rPr lang="en-US" sz="2200" i="1" dirty="0" err="1"/>
              <a:t>useRef</a:t>
            </a:r>
            <a:r>
              <a:rPr lang="en-US" sz="2200" i="1" dirty="0"/>
              <a:t>(0);  </a:t>
            </a:r>
            <a:r>
              <a:rPr lang="en-US" sz="2200" dirty="0"/>
              <a:t>(</a:t>
            </a:r>
            <a:r>
              <a:rPr lang="en-IN" sz="2400" dirty="0"/>
              <a:t>persists across renders)</a:t>
            </a:r>
            <a:endParaRPr lang="en-IN" sz="2200" dirty="0"/>
          </a:p>
          <a:p>
            <a:pPr eaLnBrk="0" fontAlgn="base" hangingPunct="0">
              <a:lnSpc>
                <a:spcPct val="100000"/>
              </a:lnSpc>
              <a:spcBef>
                <a:spcPct val="0"/>
              </a:spcBef>
              <a:spcAft>
                <a:spcPct val="0"/>
              </a:spcAft>
            </a:pPr>
            <a:r>
              <a:rPr lang="en-IN" sz="2200" dirty="0"/>
              <a:t>Does NOT cause re-render</a:t>
            </a:r>
          </a:p>
          <a:p>
            <a:pPr eaLnBrk="0" fontAlgn="base" hangingPunct="0">
              <a:lnSpc>
                <a:spcPct val="100000"/>
              </a:lnSpc>
              <a:spcBef>
                <a:spcPct val="0"/>
              </a:spcBef>
              <a:spcAft>
                <a:spcPct val="0"/>
              </a:spcAft>
            </a:pPr>
            <a:r>
              <a:rPr lang="en-IN" sz="2200" dirty="0"/>
              <a:t>Common uses</a:t>
            </a:r>
            <a:endParaRPr kumimoji="0" lang="en-US" altLang="en-US" sz="2200" b="0" i="0" u="none" strike="noStrike" cap="none" normalizeH="0" baseline="0" dirty="0">
              <a:ln>
                <a:noFill/>
              </a:ln>
              <a:solidFill>
                <a:schemeClr val="tx1"/>
              </a:solidFill>
              <a:effectLst/>
            </a:endParaRPr>
          </a:p>
          <a:p>
            <a:pPr lvl="1" eaLnBrk="0" fontAlgn="base" hangingPunct="0">
              <a:lnSpc>
                <a:spcPct val="100000"/>
              </a:lnSpc>
              <a:spcBef>
                <a:spcPct val="0"/>
              </a:spcBef>
              <a:spcAft>
                <a:spcPct val="0"/>
              </a:spcAft>
            </a:pPr>
            <a:r>
              <a:rPr lang="en-IN" sz="2200" b="1" dirty="0"/>
              <a:t>Accessing DOM</a:t>
            </a:r>
            <a:r>
              <a:rPr lang="en-IN" sz="2200" dirty="0"/>
              <a:t> -</a:t>
            </a:r>
            <a:r>
              <a:rPr lang="en-US" sz="2200" dirty="0"/>
              <a:t>It's primarily used to get a direct reference to a DOM node to perform imperative actions like focusing an input field, measuring an element's size, or integrating with third-party libraries that require a DOM element.</a:t>
            </a:r>
            <a:r>
              <a:rPr lang="en-IN" sz="2200" dirty="0"/>
              <a:t> </a:t>
            </a:r>
          </a:p>
          <a:p>
            <a:pPr lvl="1" eaLnBrk="0" fontAlgn="base" hangingPunct="0">
              <a:lnSpc>
                <a:spcPct val="100000"/>
              </a:lnSpc>
              <a:spcBef>
                <a:spcPct val="0"/>
              </a:spcBef>
              <a:spcAft>
                <a:spcPct val="0"/>
              </a:spcAft>
            </a:pPr>
            <a:r>
              <a:rPr kumimoji="0" lang="en-IN" altLang="en-US" sz="2200" b="1" i="0" u="none" strike="noStrike" cap="none" normalizeH="0" baseline="0" dirty="0">
                <a:ln>
                  <a:noFill/>
                </a:ln>
                <a:solidFill>
                  <a:schemeClr val="tx1"/>
                </a:solidFill>
                <a:effectLst/>
              </a:rPr>
              <a:t>Tracking previous values </a:t>
            </a:r>
            <a:r>
              <a:rPr kumimoji="0" lang="en-IN" altLang="en-US" sz="2200" b="0" i="0" u="none" strike="noStrike" cap="none" normalizeH="0" baseline="0" dirty="0">
                <a:ln>
                  <a:noFill/>
                </a:ln>
                <a:solidFill>
                  <a:schemeClr val="tx1"/>
                </a:solidFill>
                <a:effectLst/>
              </a:rPr>
              <a:t>- </a:t>
            </a:r>
            <a:r>
              <a:rPr lang="en-US" sz="2200" dirty="0"/>
              <a:t>You can use it within a </a:t>
            </a:r>
            <a:r>
              <a:rPr lang="en-US" sz="2200" dirty="0" err="1"/>
              <a:t>useEffect</a:t>
            </a:r>
            <a:r>
              <a:rPr lang="en-US" sz="2200" dirty="0"/>
              <a:t> hook to store the previous value of a state or prop for comparison in the next render cycle. </a:t>
            </a:r>
            <a:endParaRPr kumimoji="0" lang="en-US" altLang="en-US" sz="2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566982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12545-6416-8036-176C-E2C6EA23BA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AC03E7-E655-2EE7-C88D-D82A6283AB43}"/>
              </a:ext>
            </a:extLst>
          </p:cNvPr>
          <p:cNvSpPr>
            <a:spLocks noGrp="1"/>
          </p:cNvSpPr>
          <p:nvPr>
            <p:ph type="title"/>
          </p:nvPr>
        </p:nvSpPr>
        <p:spPr/>
        <p:txBody>
          <a:bodyPr/>
          <a:lstStyle/>
          <a:p>
            <a:r>
              <a:rPr lang="en-US" sz="3200" dirty="0" err="1"/>
              <a:t>useref</a:t>
            </a:r>
            <a:endParaRPr lang="en-US" sz="3200" dirty="0"/>
          </a:p>
        </p:txBody>
      </p:sp>
      <p:sp>
        <p:nvSpPr>
          <p:cNvPr id="4" name="Slide Number Placeholder 3">
            <a:extLst>
              <a:ext uri="{FF2B5EF4-FFF2-40B4-BE49-F238E27FC236}">
                <a16:creationId xmlns:a16="http://schemas.microsoft.com/office/drawing/2014/main" id="{05080143-B92F-FA94-1A80-3F75A1D592A9}"/>
              </a:ext>
            </a:extLst>
          </p:cNvPr>
          <p:cNvSpPr>
            <a:spLocks noGrp="1"/>
          </p:cNvSpPr>
          <p:nvPr>
            <p:ph type="sldNum" sz="quarter" idx="4"/>
          </p:nvPr>
        </p:nvSpPr>
        <p:spPr/>
        <p:txBody>
          <a:bodyPr/>
          <a:lstStyle/>
          <a:p>
            <a:fld id="{B5CEABB6-07DC-46E8-9B57-56EC44A396E5}" type="slidenum">
              <a:rPr lang="en-US" smtClean="0"/>
              <a:pPr/>
              <a:t>6</a:t>
            </a:fld>
            <a:endParaRPr lang="en-US" dirty="0"/>
          </a:p>
        </p:txBody>
      </p:sp>
      <p:sp>
        <p:nvSpPr>
          <p:cNvPr id="3" name="Rectangle 1">
            <a:extLst>
              <a:ext uri="{FF2B5EF4-FFF2-40B4-BE49-F238E27FC236}">
                <a16:creationId xmlns:a16="http://schemas.microsoft.com/office/drawing/2014/main" id="{3EA49FCE-83EE-7323-C364-66F3A0A5EC71}"/>
              </a:ext>
            </a:extLst>
          </p:cNvPr>
          <p:cNvSpPr>
            <a:spLocks noGrp="1" noChangeArrowheads="1"/>
          </p:cNvSpPr>
          <p:nvPr>
            <p:ph sz="quarter" idx="10"/>
          </p:nvPr>
        </p:nvSpPr>
        <p:spPr bwMode="auto">
          <a:xfrm>
            <a:off x="914399" y="1842403"/>
            <a:ext cx="6923315"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sz="2200" dirty="0"/>
              <a:t>On first render → React creates the ref object</a:t>
            </a:r>
            <a:endParaRPr lang="en-IN" sz="2200" dirty="0"/>
          </a:p>
          <a:p>
            <a:pPr eaLnBrk="0" fontAlgn="base" hangingPunct="0">
              <a:lnSpc>
                <a:spcPct val="100000"/>
              </a:lnSpc>
              <a:spcBef>
                <a:spcPct val="0"/>
              </a:spcBef>
              <a:spcAft>
                <a:spcPct val="0"/>
              </a:spcAft>
            </a:pPr>
            <a:r>
              <a:rPr lang="en-US" sz="2200" dirty="0"/>
              <a:t>On every render → same object is reused</a:t>
            </a:r>
          </a:p>
          <a:p>
            <a:pPr eaLnBrk="0" fontAlgn="base" hangingPunct="0">
              <a:lnSpc>
                <a:spcPct val="100000"/>
              </a:lnSpc>
              <a:spcBef>
                <a:spcPct val="0"/>
              </a:spcBef>
              <a:spcAft>
                <a:spcPct val="0"/>
              </a:spcAft>
            </a:pPr>
            <a:r>
              <a:rPr lang="en-IN" sz="2200" dirty="0"/>
              <a:t>.current value is preserved. </a:t>
            </a:r>
            <a:r>
              <a:rPr lang="en-US" sz="2200" dirty="0"/>
              <a:t>React does NOT track changes to .current</a:t>
            </a:r>
            <a:endParaRPr lang="en-IN" sz="2200" dirty="0"/>
          </a:p>
          <a:p>
            <a:pPr eaLnBrk="0" fontAlgn="base" hangingPunct="0">
              <a:lnSpc>
                <a:spcPct val="100000"/>
              </a:lnSpc>
              <a:spcBef>
                <a:spcPct val="0"/>
              </a:spcBef>
              <a:spcAft>
                <a:spcPct val="0"/>
              </a:spcAft>
            </a:pPr>
            <a:r>
              <a:rPr lang="en-IN" sz="2200" dirty="0"/>
              <a:t>Do NOT use </a:t>
            </a:r>
            <a:r>
              <a:rPr lang="en-IN" sz="2200" dirty="0" err="1"/>
              <a:t>useRef</a:t>
            </a:r>
            <a:r>
              <a:rPr lang="en-IN" sz="2200" dirty="0"/>
              <a:t> for -</a:t>
            </a:r>
            <a:endParaRPr kumimoji="0" lang="en-US" altLang="en-US" sz="2200" b="0" i="0" u="none" strike="noStrike" cap="none" normalizeH="0" baseline="0" dirty="0">
              <a:ln>
                <a:noFill/>
              </a:ln>
              <a:solidFill>
                <a:schemeClr val="tx1"/>
              </a:solidFill>
              <a:effectLst/>
            </a:endParaRPr>
          </a:p>
          <a:p>
            <a:pPr lvl="1" eaLnBrk="0" fontAlgn="base" hangingPunct="0">
              <a:lnSpc>
                <a:spcPct val="100000"/>
              </a:lnSpc>
              <a:spcBef>
                <a:spcPct val="0"/>
              </a:spcBef>
              <a:spcAft>
                <a:spcPct val="0"/>
              </a:spcAft>
            </a:pPr>
            <a:r>
              <a:rPr lang="en-IN" sz="2200" dirty="0"/>
              <a:t>anything shown on screen</a:t>
            </a:r>
            <a:r>
              <a:rPr lang="en-US" sz="2200" dirty="0"/>
              <a:t>.</a:t>
            </a:r>
            <a:r>
              <a:rPr lang="en-IN" sz="2200" dirty="0"/>
              <a:t> </a:t>
            </a:r>
          </a:p>
          <a:p>
            <a:pPr lvl="1" eaLnBrk="0" fontAlgn="base" hangingPunct="0">
              <a:lnSpc>
                <a:spcPct val="100000"/>
              </a:lnSpc>
              <a:spcBef>
                <a:spcPct val="0"/>
              </a:spcBef>
              <a:spcAft>
                <a:spcPct val="0"/>
              </a:spcAft>
            </a:pPr>
            <a:r>
              <a:rPr lang="en-US" sz="2200" dirty="0"/>
              <a:t>data you want React to react to. </a:t>
            </a:r>
          </a:p>
          <a:p>
            <a:pPr lvl="1" eaLnBrk="0" fontAlgn="base" hangingPunct="0">
              <a:lnSpc>
                <a:spcPct val="100000"/>
              </a:lnSpc>
              <a:spcBef>
                <a:spcPct val="0"/>
              </a:spcBef>
              <a:spcAft>
                <a:spcPct val="0"/>
              </a:spcAft>
            </a:pPr>
            <a:r>
              <a:rPr lang="en-US" sz="2200" dirty="0"/>
              <a:t>form values that affect UI.</a:t>
            </a:r>
            <a:endParaRPr kumimoji="0" lang="en-US" altLang="en-US" sz="2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632938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47428-6BB5-3068-F2A9-75FCED2480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63452-0169-3608-6935-790306A73CBD}"/>
              </a:ext>
            </a:extLst>
          </p:cNvPr>
          <p:cNvSpPr>
            <a:spLocks noGrp="1"/>
          </p:cNvSpPr>
          <p:nvPr>
            <p:ph type="title"/>
          </p:nvPr>
        </p:nvSpPr>
        <p:spPr/>
        <p:txBody>
          <a:bodyPr/>
          <a:lstStyle/>
          <a:p>
            <a:r>
              <a:rPr lang="en-US" sz="3200" dirty="0" err="1"/>
              <a:t>usecontext</a:t>
            </a:r>
            <a:endParaRPr lang="en-US" sz="3200" dirty="0"/>
          </a:p>
        </p:txBody>
      </p:sp>
      <p:sp>
        <p:nvSpPr>
          <p:cNvPr id="4" name="Slide Number Placeholder 3">
            <a:extLst>
              <a:ext uri="{FF2B5EF4-FFF2-40B4-BE49-F238E27FC236}">
                <a16:creationId xmlns:a16="http://schemas.microsoft.com/office/drawing/2014/main" id="{FE2A4DFA-837A-2632-23CB-6C79E23911C7}"/>
              </a:ext>
            </a:extLst>
          </p:cNvPr>
          <p:cNvSpPr>
            <a:spLocks noGrp="1"/>
          </p:cNvSpPr>
          <p:nvPr>
            <p:ph type="sldNum" sz="quarter" idx="4"/>
          </p:nvPr>
        </p:nvSpPr>
        <p:spPr/>
        <p:txBody>
          <a:bodyPr/>
          <a:lstStyle/>
          <a:p>
            <a:fld id="{B5CEABB6-07DC-46E8-9B57-56EC44A396E5}" type="slidenum">
              <a:rPr lang="en-US" smtClean="0"/>
              <a:pPr/>
              <a:t>7</a:t>
            </a:fld>
            <a:endParaRPr lang="en-US" dirty="0"/>
          </a:p>
        </p:txBody>
      </p:sp>
      <p:sp>
        <p:nvSpPr>
          <p:cNvPr id="3" name="Rectangle 1">
            <a:extLst>
              <a:ext uri="{FF2B5EF4-FFF2-40B4-BE49-F238E27FC236}">
                <a16:creationId xmlns:a16="http://schemas.microsoft.com/office/drawing/2014/main" id="{A26719ED-C400-4084-B2FF-9A7BE67067F8}"/>
              </a:ext>
            </a:extLst>
          </p:cNvPr>
          <p:cNvSpPr>
            <a:spLocks noGrp="1" noChangeArrowheads="1"/>
          </p:cNvSpPr>
          <p:nvPr>
            <p:ph sz="quarter" idx="10"/>
          </p:nvPr>
        </p:nvSpPr>
        <p:spPr bwMode="auto">
          <a:xfrm>
            <a:off x="914400" y="1609696"/>
            <a:ext cx="7641772"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IN" sz="2200" dirty="0" err="1"/>
              <a:t>useContext</a:t>
            </a:r>
            <a:r>
              <a:rPr lang="en-IN" sz="2200" dirty="0"/>
              <a:t> </a:t>
            </a:r>
            <a:r>
              <a:rPr lang="en-US" sz="2200" dirty="0"/>
              <a:t>is a powerful tool that lets you </a:t>
            </a:r>
            <a:r>
              <a:rPr lang="en-US" sz="2200" b="1" dirty="0"/>
              <a:t>read and subscribe to context</a:t>
            </a:r>
            <a:r>
              <a:rPr lang="en-US" sz="2200" dirty="0"/>
              <a:t> from functional components, enabling global state management and eliminating the need for "prop drilling". </a:t>
            </a:r>
          </a:p>
          <a:p>
            <a:pPr eaLnBrk="0" fontAlgn="base" hangingPunct="0">
              <a:lnSpc>
                <a:spcPct val="100000"/>
              </a:lnSpc>
              <a:spcBef>
                <a:spcPct val="0"/>
              </a:spcBef>
              <a:spcAft>
                <a:spcPct val="0"/>
              </a:spcAft>
            </a:pPr>
            <a:r>
              <a:rPr lang="en-US" sz="2200" dirty="0"/>
              <a:t>Using the React Context API involves three main steps:</a:t>
            </a:r>
          </a:p>
          <a:p>
            <a:pPr lvl="1" eaLnBrk="0" fontAlgn="base" hangingPunct="0">
              <a:lnSpc>
                <a:spcPct val="100000"/>
              </a:lnSpc>
              <a:spcBef>
                <a:spcPct val="0"/>
              </a:spcBef>
              <a:spcAft>
                <a:spcPct val="0"/>
              </a:spcAft>
            </a:pPr>
            <a:r>
              <a:rPr lang="en-US" sz="2200" b="1" dirty="0"/>
              <a:t>Creating a Context:</a:t>
            </a:r>
            <a:r>
              <a:rPr lang="en-US" sz="2200" dirty="0"/>
              <a:t> Use </a:t>
            </a:r>
            <a:r>
              <a:rPr lang="en-US" sz="2200" dirty="0" err="1"/>
              <a:t>createContext</a:t>
            </a:r>
            <a:r>
              <a:rPr lang="en-US" sz="2200" dirty="0"/>
              <a:t> to create a Context object.</a:t>
            </a:r>
          </a:p>
          <a:p>
            <a:pPr lvl="1" eaLnBrk="0" fontAlgn="base" hangingPunct="0">
              <a:lnSpc>
                <a:spcPct val="100000"/>
              </a:lnSpc>
              <a:spcBef>
                <a:spcPct val="0"/>
              </a:spcBef>
              <a:spcAft>
                <a:spcPct val="0"/>
              </a:spcAft>
            </a:pPr>
            <a:r>
              <a:rPr lang="en-US" sz="2200" b="1" dirty="0"/>
              <a:t>Providing the Context:</a:t>
            </a:r>
            <a:r>
              <a:rPr lang="en-US" sz="2200" dirty="0"/>
              <a:t> Wrap the components that need access to the data with the </a:t>
            </a:r>
            <a:r>
              <a:rPr lang="en-US" sz="2200" dirty="0" err="1"/>
              <a:t>Context.Provider</a:t>
            </a:r>
            <a:r>
              <a:rPr lang="en-US" sz="2200" dirty="0"/>
              <a:t> and pass the shared data via the value prop.</a:t>
            </a:r>
          </a:p>
          <a:p>
            <a:pPr lvl="1" eaLnBrk="0" fontAlgn="base" hangingPunct="0">
              <a:lnSpc>
                <a:spcPct val="100000"/>
              </a:lnSpc>
              <a:spcBef>
                <a:spcPct val="0"/>
              </a:spcBef>
              <a:spcAft>
                <a:spcPct val="0"/>
              </a:spcAft>
            </a:pPr>
            <a:r>
              <a:rPr lang="en-US" sz="2200" b="1" dirty="0"/>
              <a:t>Consuming the Context:</a:t>
            </a:r>
            <a:r>
              <a:rPr lang="en-US" sz="2200" dirty="0"/>
              <a:t> Use the </a:t>
            </a:r>
            <a:r>
              <a:rPr lang="en-US" sz="2200" dirty="0" err="1"/>
              <a:t>useContext</a:t>
            </a:r>
            <a:r>
              <a:rPr lang="en-US" sz="2200" dirty="0"/>
              <a:t> hook in any nested functional component to access the value provided by the nearest provider above it in the component tree. </a:t>
            </a:r>
          </a:p>
        </p:txBody>
      </p:sp>
    </p:spTree>
    <p:extLst>
      <p:ext uri="{BB962C8B-B14F-4D97-AF65-F5344CB8AC3E}">
        <p14:creationId xmlns:p14="http://schemas.microsoft.com/office/powerpoint/2010/main" val="1355020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22592-7917-0D07-A5C1-A91081F0D4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0E3F67-A3FB-35B4-0BB6-2E2BB91E63D0}"/>
              </a:ext>
            </a:extLst>
          </p:cNvPr>
          <p:cNvSpPr>
            <a:spLocks noGrp="1"/>
          </p:cNvSpPr>
          <p:nvPr>
            <p:ph type="title"/>
          </p:nvPr>
        </p:nvSpPr>
        <p:spPr/>
        <p:txBody>
          <a:bodyPr/>
          <a:lstStyle/>
          <a:p>
            <a:r>
              <a:rPr lang="en-US" sz="3200" dirty="0" err="1"/>
              <a:t>usereducer</a:t>
            </a:r>
            <a:endParaRPr lang="en-US" sz="3200" dirty="0"/>
          </a:p>
        </p:txBody>
      </p:sp>
      <p:sp>
        <p:nvSpPr>
          <p:cNvPr id="4" name="Slide Number Placeholder 3">
            <a:extLst>
              <a:ext uri="{FF2B5EF4-FFF2-40B4-BE49-F238E27FC236}">
                <a16:creationId xmlns:a16="http://schemas.microsoft.com/office/drawing/2014/main" id="{C190898F-AA15-36CA-6D73-6EEC9F320938}"/>
              </a:ext>
            </a:extLst>
          </p:cNvPr>
          <p:cNvSpPr>
            <a:spLocks noGrp="1"/>
          </p:cNvSpPr>
          <p:nvPr>
            <p:ph type="sldNum" sz="quarter" idx="4"/>
          </p:nvPr>
        </p:nvSpPr>
        <p:spPr/>
        <p:txBody>
          <a:bodyPr/>
          <a:lstStyle/>
          <a:p>
            <a:fld id="{B5CEABB6-07DC-46E8-9B57-56EC44A396E5}" type="slidenum">
              <a:rPr lang="en-US" smtClean="0"/>
              <a:pPr/>
              <a:t>8</a:t>
            </a:fld>
            <a:endParaRPr lang="en-US" dirty="0"/>
          </a:p>
        </p:txBody>
      </p:sp>
      <p:sp>
        <p:nvSpPr>
          <p:cNvPr id="3" name="Rectangle 1">
            <a:extLst>
              <a:ext uri="{FF2B5EF4-FFF2-40B4-BE49-F238E27FC236}">
                <a16:creationId xmlns:a16="http://schemas.microsoft.com/office/drawing/2014/main" id="{5B691FD7-E98A-D980-B675-944104A92EC4}"/>
              </a:ext>
            </a:extLst>
          </p:cNvPr>
          <p:cNvSpPr>
            <a:spLocks noGrp="1" noChangeArrowheads="1"/>
          </p:cNvSpPr>
          <p:nvPr>
            <p:ph sz="quarter" idx="10"/>
          </p:nvPr>
        </p:nvSpPr>
        <p:spPr bwMode="auto">
          <a:xfrm>
            <a:off x="914399" y="2011680"/>
            <a:ext cx="813163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sz="2200" dirty="0" err="1"/>
              <a:t>useReducer</a:t>
            </a:r>
            <a:r>
              <a:rPr lang="en-US" sz="2200" dirty="0"/>
              <a:t> is a React Hook used to </a:t>
            </a:r>
            <a:r>
              <a:rPr lang="en-US" sz="2200" b="1" dirty="0"/>
              <a:t>manage complex state logic</a:t>
            </a:r>
            <a:r>
              <a:rPr lang="en-US" sz="2200" dirty="0"/>
              <a:t> in a </a:t>
            </a:r>
            <a:r>
              <a:rPr lang="en-US" sz="2200" b="1" dirty="0"/>
              <a:t>predictable way </a:t>
            </a:r>
            <a:r>
              <a:rPr lang="en-IN" sz="2200" dirty="0"/>
              <a:t>especially when:</a:t>
            </a:r>
          </a:p>
          <a:p>
            <a:pPr lvl="1" eaLnBrk="0" fontAlgn="base" hangingPunct="0">
              <a:lnSpc>
                <a:spcPct val="100000"/>
              </a:lnSpc>
              <a:spcBef>
                <a:spcPct val="0"/>
              </a:spcBef>
              <a:spcAft>
                <a:spcPct val="0"/>
              </a:spcAft>
            </a:pPr>
            <a:r>
              <a:rPr lang="en-IN" sz="2200" dirty="0"/>
              <a:t>state has </a:t>
            </a:r>
            <a:r>
              <a:rPr lang="en-IN" sz="2200" b="1" dirty="0"/>
              <a:t>multiple values</a:t>
            </a:r>
          </a:p>
          <a:p>
            <a:pPr lvl="1" eaLnBrk="0" fontAlgn="base" hangingPunct="0">
              <a:lnSpc>
                <a:spcPct val="100000"/>
              </a:lnSpc>
              <a:spcBef>
                <a:spcPct val="0"/>
              </a:spcBef>
              <a:spcAft>
                <a:spcPct val="0"/>
              </a:spcAft>
            </a:pPr>
            <a:r>
              <a:rPr lang="en-US" sz="2200" dirty="0"/>
              <a:t>updates depend on </a:t>
            </a:r>
            <a:r>
              <a:rPr lang="en-US" sz="2200" b="1" dirty="0"/>
              <a:t>previous state</a:t>
            </a:r>
          </a:p>
          <a:p>
            <a:pPr lvl="1" eaLnBrk="0" fontAlgn="base" hangingPunct="0">
              <a:lnSpc>
                <a:spcPct val="100000"/>
              </a:lnSpc>
              <a:spcBef>
                <a:spcPct val="0"/>
              </a:spcBef>
              <a:spcAft>
                <a:spcPct val="0"/>
              </a:spcAft>
            </a:pPr>
            <a:r>
              <a:rPr lang="en-US" sz="2200" dirty="0"/>
              <a:t>many different actions can update state</a:t>
            </a:r>
          </a:p>
          <a:p>
            <a:pPr lvl="1" eaLnBrk="0" fontAlgn="base" hangingPunct="0">
              <a:lnSpc>
                <a:spcPct val="100000"/>
              </a:lnSpc>
              <a:spcBef>
                <a:spcPct val="0"/>
              </a:spcBef>
              <a:spcAft>
                <a:spcPct val="0"/>
              </a:spcAft>
            </a:pPr>
            <a:r>
              <a:rPr lang="en-US" sz="2200" dirty="0"/>
              <a:t>Logic is getting messy with </a:t>
            </a:r>
            <a:r>
              <a:rPr lang="en-US" sz="2200" dirty="0" err="1"/>
              <a:t>useState</a:t>
            </a:r>
            <a:endParaRPr lang="en-US" sz="2200" dirty="0"/>
          </a:p>
          <a:p>
            <a:pPr eaLnBrk="0" fontAlgn="base" hangingPunct="0">
              <a:lnSpc>
                <a:spcPct val="100000"/>
              </a:lnSpc>
              <a:spcBef>
                <a:spcPct val="0"/>
              </a:spcBef>
              <a:spcAft>
                <a:spcPct val="0"/>
              </a:spcAft>
            </a:pPr>
            <a:r>
              <a:rPr lang="en-US" sz="2200" dirty="0"/>
              <a:t>Basic syntax</a:t>
            </a:r>
          </a:p>
          <a:p>
            <a:pPr marL="0" indent="0" eaLnBrk="0" fontAlgn="base" hangingPunct="0">
              <a:lnSpc>
                <a:spcPct val="100000"/>
              </a:lnSpc>
              <a:spcBef>
                <a:spcPct val="0"/>
              </a:spcBef>
              <a:spcAft>
                <a:spcPct val="0"/>
              </a:spcAft>
              <a:buNone/>
            </a:pPr>
            <a:r>
              <a:rPr lang="en-US" sz="2200" dirty="0"/>
              <a:t>	const [state, dispatch] = </a:t>
            </a:r>
            <a:r>
              <a:rPr lang="en-US" sz="2200" dirty="0" err="1"/>
              <a:t>useReducer</a:t>
            </a:r>
            <a:r>
              <a:rPr lang="en-US" sz="2200" dirty="0"/>
              <a:t>(reducer, </a:t>
            </a:r>
            <a:r>
              <a:rPr lang="en-US" sz="2200" dirty="0" err="1"/>
              <a:t>initialState</a:t>
            </a:r>
            <a:r>
              <a:rPr lang="en-US" sz="2200" dirty="0"/>
              <a:t>);</a:t>
            </a:r>
          </a:p>
          <a:p>
            <a:pPr marL="0" indent="0" eaLnBrk="0" fontAlgn="base" hangingPunct="0">
              <a:lnSpc>
                <a:spcPct val="100000"/>
              </a:lnSpc>
              <a:spcBef>
                <a:spcPct val="0"/>
              </a:spcBef>
              <a:spcAft>
                <a:spcPct val="0"/>
              </a:spcAft>
              <a:buNone/>
            </a:pPr>
            <a:r>
              <a:rPr lang="en-US" sz="2200" dirty="0"/>
              <a:t> </a:t>
            </a:r>
          </a:p>
        </p:txBody>
      </p:sp>
    </p:spTree>
    <p:extLst>
      <p:ext uri="{BB962C8B-B14F-4D97-AF65-F5344CB8AC3E}">
        <p14:creationId xmlns:p14="http://schemas.microsoft.com/office/powerpoint/2010/main" val="2987307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FA030-A359-0289-60C9-7C44C1AE27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D482B1-0B67-7C4D-AA10-8D30C4CD4ADE}"/>
              </a:ext>
            </a:extLst>
          </p:cNvPr>
          <p:cNvSpPr>
            <a:spLocks noGrp="1"/>
          </p:cNvSpPr>
          <p:nvPr>
            <p:ph type="title"/>
          </p:nvPr>
        </p:nvSpPr>
        <p:spPr/>
        <p:txBody>
          <a:bodyPr/>
          <a:lstStyle/>
          <a:p>
            <a:r>
              <a:rPr lang="en-US" sz="3200" dirty="0" err="1"/>
              <a:t>usememo</a:t>
            </a:r>
            <a:endParaRPr lang="en-US" sz="3200" dirty="0"/>
          </a:p>
        </p:txBody>
      </p:sp>
      <p:sp>
        <p:nvSpPr>
          <p:cNvPr id="4" name="Slide Number Placeholder 3">
            <a:extLst>
              <a:ext uri="{FF2B5EF4-FFF2-40B4-BE49-F238E27FC236}">
                <a16:creationId xmlns:a16="http://schemas.microsoft.com/office/drawing/2014/main" id="{18B7E2E6-2E84-1648-F861-D9BB91F630B8}"/>
              </a:ext>
            </a:extLst>
          </p:cNvPr>
          <p:cNvSpPr>
            <a:spLocks noGrp="1"/>
          </p:cNvSpPr>
          <p:nvPr>
            <p:ph type="sldNum" sz="quarter" idx="4"/>
          </p:nvPr>
        </p:nvSpPr>
        <p:spPr/>
        <p:txBody>
          <a:bodyPr/>
          <a:lstStyle/>
          <a:p>
            <a:fld id="{B5CEABB6-07DC-46E8-9B57-56EC44A396E5}" type="slidenum">
              <a:rPr lang="en-US" smtClean="0"/>
              <a:pPr/>
              <a:t>9</a:t>
            </a:fld>
            <a:endParaRPr lang="en-US" dirty="0"/>
          </a:p>
        </p:txBody>
      </p:sp>
      <p:sp>
        <p:nvSpPr>
          <p:cNvPr id="3" name="Rectangle 1">
            <a:extLst>
              <a:ext uri="{FF2B5EF4-FFF2-40B4-BE49-F238E27FC236}">
                <a16:creationId xmlns:a16="http://schemas.microsoft.com/office/drawing/2014/main" id="{3D37CBE1-2942-942F-E1EC-018554908CC3}"/>
              </a:ext>
            </a:extLst>
          </p:cNvPr>
          <p:cNvSpPr>
            <a:spLocks noGrp="1" noChangeArrowheads="1"/>
          </p:cNvSpPr>
          <p:nvPr>
            <p:ph sz="quarter" idx="10"/>
          </p:nvPr>
        </p:nvSpPr>
        <p:spPr bwMode="auto">
          <a:xfrm>
            <a:off x="914399" y="2242515"/>
            <a:ext cx="791391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dirty="0" err="1"/>
              <a:t>useMemo</a:t>
            </a:r>
            <a:r>
              <a:rPr lang="en-US" sz="2400" dirty="0"/>
              <a:t> is a React Hook used to remember (</a:t>
            </a:r>
            <a:r>
              <a:rPr lang="en-US" sz="2400" dirty="0" err="1"/>
              <a:t>memoize</a:t>
            </a:r>
            <a:r>
              <a:rPr lang="en-US" sz="2400" dirty="0"/>
              <a:t>) the result of a calculation so that React does not recompute it on every render.</a:t>
            </a:r>
          </a:p>
          <a:p>
            <a:pPr eaLnBrk="0" fontAlgn="base" hangingPunct="0">
              <a:lnSpc>
                <a:spcPct val="100000"/>
              </a:lnSpc>
              <a:spcBef>
                <a:spcPct val="0"/>
              </a:spcBef>
              <a:spcAft>
                <a:spcPct val="0"/>
              </a:spcAft>
            </a:pPr>
            <a:r>
              <a:rPr lang="en-US" sz="2400" dirty="0"/>
              <a:t>React </a:t>
            </a:r>
            <a:r>
              <a:rPr lang="en-IN" sz="2400" dirty="0"/>
              <a:t>re-renders components when there is a state change or a prop change</a:t>
            </a:r>
          </a:p>
          <a:p>
            <a:pPr eaLnBrk="0" fontAlgn="base" hangingPunct="0">
              <a:lnSpc>
                <a:spcPct val="100000"/>
              </a:lnSpc>
              <a:spcBef>
                <a:spcPct val="0"/>
              </a:spcBef>
              <a:spcAft>
                <a:spcPct val="0"/>
              </a:spcAft>
            </a:pPr>
            <a:r>
              <a:rPr lang="en-IN" sz="2400" dirty="0"/>
              <a:t>On every render all functions run again. Expensive calculations can slow the app</a:t>
            </a:r>
            <a:endParaRPr lang="en-US" sz="2200" dirty="0"/>
          </a:p>
        </p:txBody>
      </p:sp>
    </p:spTree>
    <p:extLst>
      <p:ext uri="{BB962C8B-B14F-4D97-AF65-F5344CB8AC3E}">
        <p14:creationId xmlns:p14="http://schemas.microsoft.com/office/powerpoint/2010/main" val="4070616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77B52831-0916-294C-0ACB-9774B9805D9B}"/>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4151" r="18577"/>
          <a:stretch/>
        </p:blipFill>
        <p:spPr>
          <a:xfrm flipH="1">
            <a:off x="0" y="0"/>
            <a:ext cx="5181600" cy="6858000"/>
          </a:xfrm>
          <a:prstGeom prst="rect">
            <a:avLst/>
          </a:prstGeom>
        </p:spPr>
      </p:pic>
      <p:sp>
        <p:nvSpPr>
          <p:cNvPr id="7" name="Title 6">
            <a:extLst>
              <a:ext uri="{FF2B5EF4-FFF2-40B4-BE49-F238E27FC236}">
                <a16:creationId xmlns:a16="http://schemas.microsoft.com/office/drawing/2014/main" id="{E82E216E-9EE0-9D3F-D692-083F575A3D04}"/>
              </a:ext>
            </a:extLst>
          </p:cNvPr>
          <p:cNvSpPr>
            <a:spLocks noGrp="1"/>
          </p:cNvSpPr>
          <p:nvPr>
            <p:ph type="title"/>
          </p:nvPr>
        </p:nvSpPr>
        <p:spPr>
          <a:xfrm>
            <a:off x="6091515" y="374090"/>
            <a:ext cx="5057104" cy="3624984"/>
          </a:xfrm>
        </p:spPr>
        <p:txBody>
          <a:bodyPr/>
          <a:lstStyle/>
          <a:p>
            <a:r>
              <a:rPr lang="en-US" dirty="0"/>
              <a:t>Thank you</a:t>
            </a:r>
          </a:p>
        </p:txBody>
      </p:sp>
    </p:spTree>
    <p:extLst>
      <p:ext uri="{BB962C8B-B14F-4D97-AF65-F5344CB8AC3E}">
        <p14:creationId xmlns:p14="http://schemas.microsoft.com/office/powerpoint/2010/main" val="769932640"/>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22318419_win32_SL_V9" id="{8502042B-488E-4F33-AD20-77B40A1BC1AA}" vid="{A90C26AF-23CA-48C5-BFF9-84DC7B1C91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f4f5e2c5-9e23-45aa-808b-b602cac81a71" xsi:nil="true"/>
    <_activity xmlns="f4f5e2c5-9e23-45aa-808b-b602cac81a7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6FE14FCB1C3914D8571210804F38307" ma:contentTypeVersion="17" ma:contentTypeDescription="Create a new document." ma:contentTypeScope="" ma:versionID="58c760ad5f19a9a3a2a4a95b015a31ba">
  <xsd:schema xmlns:xsd="http://www.w3.org/2001/XMLSchema" xmlns:xs="http://www.w3.org/2001/XMLSchema" xmlns:p="http://schemas.microsoft.com/office/2006/metadata/properties" xmlns:ns3="257eb7f8-2e7f-42be-b165-de3525f6ee33" xmlns:ns4="f4f5e2c5-9e23-45aa-808b-b602cac81a71" targetNamespace="http://schemas.microsoft.com/office/2006/metadata/properties" ma:root="true" ma:fieldsID="8f365722039ccd51b072d70ca59adf5c" ns3:_="" ns4:_="">
    <xsd:import namespace="257eb7f8-2e7f-42be-b165-de3525f6ee33"/>
    <xsd:import namespace="f4f5e2c5-9e23-45aa-808b-b602cac81a7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MediaServiceAutoKeyPoints" minOccurs="0"/>
                <xsd:element ref="ns4:MediaServiceKeyPoints" minOccurs="0"/>
                <xsd:element ref="ns4:MediaServiceDateTaken" minOccurs="0"/>
                <xsd:element ref="ns4:MediaLengthInSeconds" minOccurs="0"/>
                <xsd:element ref="ns4:MediaServiceOCR" minOccurs="0"/>
                <xsd:element ref="ns4:_activity" minOccurs="0"/>
                <xsd:element ref="ns4:MediaServiceObjectDetectorVersions" minOccurs="0"/>
                <xsd:element ref="ns4:MediaServiceSystemTag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7eb7f8-2e7f-42be-b165-de3525f6ee33"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4f5e2c5-9e23-45aa-808b-b602cac81a7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descriptio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CR" ma:index="20" nillable="true" ma:displayName="Extracted Text" ma:internalName="MediaServiceOCR" ma:readOnly="true">
      <xsd:simpleType>
        <xsd:restriction base="dms:Note">
          <xsd:maxLength value="255"/>
        </xsd:restrictio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B39BD0-040C-43BE-B0E4-512B09E8003F}">
  <ds:schemaRefs>
    <ds:schemaRef ds:uri="http://schemas.microsoft.com/sharepoint/v3/contenttype/forms"/>
  </ds:schemaRefs>
</ds:datastoreItem>
</file>

<file path=customXml/itemProps2.xml><?xml version="1.0" encoding="utf-8"?>
<ds:datastoreItem xmlns:ds="http://schemas.openxmlformats.org/officeDocument/2006/customXml" ds:itemID="{AB045227-5724-4DBF-9712-031B1BFB2C3C}">
  <ds:schemaRefs>
    <ds:schemaRef ds:uri="http://purl.org/dc/elements/1.1/"/>
    <ds:schemaRef ds:uri="http://schemas.microsoft.com/office/2006/documentManagement/types"/>
    <ds:schemaRef ds:uri="http://purl.org/dc/dcmitype/"/>
    <ds:schemaRef ds:uri="http://purl.org/dc/terms/"/>
    <ds:schemaRef ds:uri="257eb7f8-2e7f-42be-b165-de3525f6ee33"/>
    <ds:schemaRef ds:uri="http://schemas.microsoft.com/office/2006/metadata/properties"/>
    <ds:schemaRef ds:uri="http://schemas.microsoft.com/office/infopath/2007/PartnerControls"/>
    <ds:schemaRef ds:uri="http://schemas.openxmlformats.org/package/2006/metadata/core-properties"/>
    <ds:schemaRef ds:uri="f4f5e2c5-9e23-45aa-808b-b602cac81a71"/>
    <ds:schemaRef ds:uri="http://www.w3.org/XML/1998/namespace"/>
  </ds:schemaRefs>
</ds:datastoreItem>
</file>

<file path=customXml/itemProps3.xml><?xml version="1.0" encoding="utf-8"?>
<ds:datastoreItem xmlns:ds="http://schemas.openxmlformats.org/officeDocument/2006/customXml" ds:itemID="{DD208489-CA3A-4CF7-BB57-B338262B35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7eb7f8-2e7f-42be-b165-de3525f6ee33"/>
    <ds:schemaRef ds:uri="f4f5e2c5-9e23-45aa-808b-b602cac81a7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sales pitch</Template>
  <TotalTime>75</TotalTime>
  <Words>563</Words>
  <Application>Microsoft Office PowerPoint</Application>
  <PresentationFormat>Widescreen</PresentationFormat>
  <Paragraphs>83</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Custom</vt:lpstr>
      <vt:lpstr>React hooks</vt:lpstr>
      <vt:lpstr>Introduction</vt:lpstr>
      <vt:lpstr>rules</vt:lpstr>
      <vt:lpstr>usestate</vt:lpstr>
      <vt:lpstr>useref</vt:lpstr>
      <vt:lpstr>useref</vt:lpstr>
      <vt:lpstr>usecontext</vt:lpstr>
      <vt:lpstr>usereducer</vt:lpstr>
      <vt:lpstr>usememo</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Sayani Roy</dc:creator>
  <cp:lastModifiedBy>Sayani Roy</cp:lastModifiedBy>
  <cp:revision>2</cp:revision>
  <dcterms:created xsi:type="dcterms:W3CDTF">2025-12-23T11:04:03Z</dcterms:created>
  <dcterms:modified xsi:type="dcterms:W3CDTF">2025-12-27T08:34:59Z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0x01010036FE14FCB1C3914D8571210804F38307</vt:lpwstr>
  </property>
</Properties>
</file>